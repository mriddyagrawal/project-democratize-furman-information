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7" r:id="rId2"/>
  </p:sldMasterIdLst>
  <p:notesMasterIdLst>
    <p:notesMasterId r:id="rId5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sldSz cx="12192000" cy="6858000"/>
  <p:notesSz cx="6858000" cy="9144000"/>
  <p:embeddedFontLst>
    <p:embeddedFont>
      <p:font typeface="Bodoni Moda" pitchFamily="2" charset="77"/>
      <p:regular r:id="rId54"/>
      <p:bold r:id="rId55"/>
      <p:italic r:id="rId56"/>
      <p:boldItalic r:id="rId57"/>
    </p:embeddedFont>
    <p:embeddedFont>
      <p:font typeface="Calibri" panose="020F0502020204030204" pitchFamily="34" charset="0"/>
      <p:regular r:id="rId58"/>
      <p:bold r:id="rId59"/>
      <p:italic r:id="rId60"/>
      <p:boldItalic r:id="rId61"/>
    </p:embeddedFont>
    <p:embeddedFont>
      <p:font typeface="Century Schoolbook" panose="02040604050505020304" pitchFamily="18" charset="0"/>
      <p:regular r:id="rId62"/>
      <p:bold r:id="rId63"/>
      <p:italic r:id="rId64"/>
      <p:boldItalic r:id="rId65"/>
    </p:embeddedFont>
    <p:embeddedFont>
      <p:font typeface="Comic Sans MS" panose="030F0902030302020204" pitchFamily="66" charset="0"/>
      <p:regular r:id="rId66"/>
    </p:embeddedFont>
    <p:embeddedFont>
      <p:font typeface="Libre Franklin" pitchFamily="2" charset="77"/>
      <p:regular r:id="rId67"/>
      <p:bold r:id="rId68"/>
      <p:italic r:id="rId69"/>
      <p:boldItalic r:id="rId70"/>
    </p:embeddedFont>
    <p:embeddedFont>
      <p:font typeface="Libre Franklin Medium" panose="020F0502020204030204" pitchFamily="34" charset="0"/>
      <p:regular r:id="rId71"/>
      <p:bold r:id="rId72"/>
      <p:italic r:id="rId73"/>
      <p:boldItalic r:id="rId74"/>
    </p:embeddedFont>
    <p:embeddedFont>
      <p:font typeface="Lobster" pitchFamily="2" charset="77"/>
      <p:regular r:id="rId75"/>
    </p:embeddedFont>
    <p:embeddedFont>
      <p:font typeface="Merriweather" pitchFamily="2" charset="77"/>
      <p:regular r:id="rId76"/>
      <p:bold r:id="rId77"/>
      <p:italic r:id="rId78"/>
      <p:boldItalic r:id="rId79"/>
    </p:embeddedFont>
    <p:embeddedFont>
      <p:font typeface="Roboto" panose="02000000000000000000" pitchFamily="2" charset="0"/>
      <p:regular r:id="rId80"/>
      <p:bold r:id="rId81"/>
      <p:italic r:id="rId82"/>
      <p:boldItalic r:id="rId8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4" roundtripDataSignature="AMtx7mjwnP9ZzOe2wmNTFmp7sJG+n/zou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43"/>
  </p:normalViewPr>
  <p:slideViewPr>
    <p:cSldViewPr snapToGrid="0">
      <p:cViewPr varScale="1">
        <p:scale>
          <a:sx n="105" d="100"/>
          <a:sy n="105" d="100"/>
        </p:scale>
        <p:origin x="84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10.fntdata"/><Relationship Id="rId68" Type="http://schemas.openxmlformats.org/officeDocument/2006/relationships/font" Target="fonts/font15.fntdata"/><Relationship Id="rId84" Type="http://customschemas.google.com/relationships/presentationmetadata" Target="metadata"/><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notesMaster" Target="notesMasters/notesMaster1.xml"/><Relationship Id="rId58" Type="http://schemas.openxmlformats.org/officeDocument/2006/relationships/font" Target="fonts/font5.fntdata"/><Relationship Id="rId74" Type="http://schemas.openxmlformats.org/officeDocument/2006/relationships/font" Target="fonts/font21.fntdata"/><Relationship Id="rId79" Type="http://schemas.openxmlformats.org/officeDocument/2006/relationships/font" Target="fonts/font26.fntdata"/><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font" Target="fonts/font3.fntdata"/><Relationship Id="rId64" Type="http://schemas.openxmlformats.org/officeDocument/2006/relationships/font" Target="fonts/font11.fntdata"/><Relationship Id="rId69" Type="http://schemas.openxmlformats.org/officeDocument/2006/relationships/font" Target="fonts/font16.fntdata"/><Relationship Id="rId77" Type="http://schemas.openxmlformats.org/officeDocument/2006/relationships/font" Target="fonts/font24.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19.fntdata"/><Relationship Id="rId80" Type="http://schemas.openxmlformats.org/officeDocument/2006/relationships/font" Target="fonts/font27.fntdata"/><Relationship Id="rId85"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6.fntdata"/><Relationship Id="rId67" Type="http://schemas.openxmlformats.org/officeDocument/2006/relationships/font" Target="fonts/font14.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1.fntdata"/><Relationship Id="rId62" Type="http://schemas.openxmlformats.org/officeDocument/2006/relationships/font" Target="fonts/font9.fntdata"/><Relationship Id="rId70" Type="http://schemas.openxmlformats.org/officeDocument/2006/relationships/font" Target="fonts/font17.fntdata"/><Relationship Id="rId75" Type="http://schemas.openxmlformats.org/officeDocument/2006/relationships/font" Target="fonts/font22.fntdata"/><Relationship Id="rId83" Type="http://schemas.openxmlformats.org/officeDocument/2006/relationships/font" Target="fonts/font30.fntdata"/><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font" Target="fonts/font4.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font" Target="fonts/font7.fntdata"/><Relationship Id="rId65" Type="http://schemas.openxmlformats.org/officeDocument/2006/relationships/font" Target="fonts/font12.fntdata"/><Relationship Id="rId73" Type="http://schemas.openxmlformats.org/officeDocument/2006/relationships/font" Target="fonts/font20.fntdata"/><Relationship Id="rId78" Type="http://schemas.openxmlformats.org/officeDocument/2006/relationships/font" Target="fonts/font25.fntdata"/><Relationship Id="rId81" Type="http://schemas.openxmlformats.org/officeDocument/2006/relationships/font" Target="fonts/font28.fntdata"/><Relationship Id="rId86"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font" Target="fonts/font2.fntdata"/><Relationship Id="rId76" Type="http://schemas.openxmlformats.org/officeDocument/2006/relationships/font" Target="fonts/font23.fntdata"/><Relationship Id="rId7" Type="http://schemas.openxmlformats.org/officeDocument/2006/relationships/slide" Target="slides/slide5.xml"/><Relationship Id="rId71" Type="http://schemas.openxmlformats.org/officeDocument/2006/relationships/font" Target="fonts/font18.fntdata"/><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font" Target="fonts/font13.fntdata"/><Relationship Id="rId87" Type="http://schemas.openxmlformats.org/officeDocument/2006/relationships/theme" Target="theme/theme1.xml"/><Relationship Id="rId61" Type="http://schemas.openxmlformats.org/officeDocument/2006/relationships/font" Target="fonts/font8.fntdata"/><Relationship Id="rId82" Type="http://schemas.openxmlformats.org/officeDocument/2006/relationships/font" Target="fonts/font2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 name="Google Shape;138;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9" name="Google Shape;139;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5" name="Google Shape;145;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6" name="Google Shape;146;p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8a087282d5_0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28a087282d5_0_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g28a087282d5_0_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8a23e57386_0_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28a23e57386_0_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g28a23e57386_0_1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7" name="Google Shape;167;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28a13e41bf2_4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g28a13e41bf2_4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4" name="Google Shape;174;g28a13e41bf2_4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 name="Google Shape;187;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8" name="Google Shape;188;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5" name="Google Shape;195;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2" name="Google Shape;202;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15e3577ae9f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15e3577ae9f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g15e3577ae9f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28834b2d3a2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28834b2d3a2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 name="Google Shape;217;g28834b2d3a2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5" name="Google Shape;225;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1" name="Google Shape;231;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9" name="Google Shape;239;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0" name="Google Shape;240;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7" name="Google Shape;247;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3" name="Google Shape;253;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4" name="Google Shape;254;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119f5cc7372_4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119f5cc7372_4_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1" name="Google Shape;261;g119f5cc7372_4_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8834b2d3a2_0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8834b2d3a2_0_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8" name="Google Shape;268;g28834b2d3a2_0_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8834b2d3a2_0_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8834b2d3a2_0_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5" name="Google Shape;275;g28834b2d3a2_0_1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28834b2d3a2_0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28834b2d3a2_0_1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2" name="Google Shape;282;g28834b2d3a2_0_1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28834b2d3a2_0_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28834b2d3a2_0_2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g28834b2d3a2_0_2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5" name="Google Shape;295;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6" name="Google Shape;296;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3" name="Google Shape;303;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4" name="Google Shape;304;p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28834b2d3a2_0_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28834b2d3a2_0_3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g28834b2d3a2_0_3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28834b2d3a2_0_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28834b2d3a2_0_3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g28834b2d3a2_0_3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28834b2d3a2_0_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28834b2d3a2_0_4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6" name="Google Shape;326;g28834b2d3a2_0_4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28834b2d3a2_0_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28834b2d3a2_0_4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3" name="Google Shape;333;g28834b2d3a2_0_4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28834b2d3a2_0_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28834b2d3a2_0_5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0" name="Google Shape;340;g28834b2d3a2_0_5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6" name="Google Shape;346;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7" name="Google Shape;347;p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2" name="Google Shape;352;p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3" name="Google Shape;353;p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9" name="Google Shape;359;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0" name="Google Shape;360;p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6" name="Google Shape;366;p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7" name="Google Shape;367;p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2" name="Google Shape;372;p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3" name="Google Shape;373;p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28a13e41bf2_0_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4" name="Google Shape;384;g28a13e41bf2_0_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5" name="Google Shape;385;g28a13e41bf2_0_7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28a13e41bf2_2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9" name="Google Shape;389;g28a13e41bf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0" name="Google Shape;390;g28a13e41bf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2" name="Google Shape;412;p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3" name="Google Shape;413;p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1" name="Google Shape;421;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2" name="Google Shape;422;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9" name="Google Shape;429;p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0" name="Google Shape;430;p3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g152e01f2e5c_0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7" name="Google Shape;437;g152e01f2e5c_0_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8" name="Google Shape;438;g152e01f2e5c_0_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152e01f2e5c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5" name="Google Shape;445;g152e01f2e5c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6" name="Google Shape;446;g152e01f2e5c_0_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4" name="Google Shape;454;p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5" name="Google Shape;455;p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0" name="Google Shape;460;p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1" name="Google Shape;461;p3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7" name="Google Shape;467;p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8" name="Google Shape;468;p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4" name="Google Shape;474;p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5" name="Google Shape;475;p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46</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1" name="Google Shape;481;p4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2" name="Google Shape;482;p4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47</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15e3577ae9f_7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15e3577ae9f_7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9" name="Google Shape;489;g15e3577ae9f_7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48</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5" name="Google Shape;495;p4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6" name="Google Shape;496;p4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49</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2" name="Google Shape;502;p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3" name="Google Shape;503;p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New Section Slide" type="title">
  <p:cSld name="TITLE">
    <p:bg>
      <p:bgPr>
        <a:blipFill>
          <a:blip r:embed="rId2">
            <a:alphaModFix/>
          </a:blip>
          <a:stretch>
            <a:fillRect/>
          </a:stretch>
        </a:blipFill>
        <a:effectLst/>
      </p:bgPr>
    </p:bg>
    <p:spTree>
      <p:nvGrpSpPr>
        <p:cNvPr id="1" name="Shape 12"/>
        <p:cNvGrpSpPr/>
        <p:nvPr/>
      </p:nvGrpSpPr>
      <p:grpSpPr>
        <a:xfrm>
          <a:off x="0" y="0"/>
          <a:ext cx="0" cy="0"/>
          <a:chOff x="0" y="0"/>
          <a:chExt cx="0" cy="0"/>
        </a:xfrm>
      </p:grpSpPr>
      <p:sp>
        <p:nvSpPr>
          <p:cNvPr id="13" name="Google Shape;13;p52"/>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582C83"/>
              </a:buClr>
              <a:buSzPts val="6000"/>
              <a:buFont typeface="Libre Franklin Medium"/>
              <a:buNone/>
              <a:defRPr sz="6000">
                <a:solidFill>
                  <a:srgbClr val="582C83"/>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52"/>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accent2"/>
              </a:buClr>
              <a:buSzPts val="2400"/>
              <a:buNone/>
              <a:defRPr sz="2400">
                <a:solidFill>
                  <a:schemeClr val="accent2"/>
                </a:solidFill>
              </a:defRPr>
            </a:lvl1pPr>
            <a:lvl2pPr lvl="1" algn="ctr">
              <a:lnSpc>
                <a:spcPct val="90000"/>
              </a:lnSpc>
              <a:spcBef>
                <a:spcPts val="500"/>
              </a:spcBef>
              <a:spcAft>
                <a:spcPts val="0"/>
              </a:spcAft>
              <a:buClr>
                <a:schemeClr val="accent2"/>
              </a:buClr>
              <a:buSzPts val="2000"/>
              <a:buNone/>
              <a:defRPr sz="2000"/>
            </a:lvl2pPr>
            <a:lvl3pPr lvl="2" algn="ctr">
              <a:lnSpc>
                <a:spcPct val="90000"/>
              </a:lnSpc>
              <a:spcBef>
                <a:spcPts val="500"/>
              </a:spcBef>
              <a:spcAft>
                <a:spcPts val="0"/>
              </a:spcAft>
              <a:buClr>
                <a:schemeClr val="accent2"/>
              </a:buClr>
              <a:buSzPts val="1800"/>
              <a:buNone/>
              <a:defRPr sz="1800"/>
            </a:lvl3pPr>
            <a:lvl4pPr lvl="3" algn="ctr">
              <a:lnSpc>
                <a:spcPct val="90000"/>
              </a:lnSpc>
              <a:spcBef>
                <a:spcPts val="500"/>
              </a:spcBef>
              <a:spcAft>
                <a:spcPts val="0"/>
              </a:spcAft>
              <a:buClr>
                <a:schemeClr val="accent2"/>
              </a:buClr>
              <a:buSzPts val="1600"/>
              <a:buNone/>
              <a:defRPr sz="1600"/>
            </a:lvl4pPr>
            <a:lvl5pPr lvl="4" algn="ctr">
              <a:lnSpc>
                <a:spcPct val="90000"/>
              </a:lnSpc>
              <a:spcBef>
                <a:spcPts val="500"/>
              </a:spcBef>
              <a:spcAft>
                <a:spcPts val="0"/>
              </a:spcAft>
              <a:buClr>
                <a:schemeClr val="accent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5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582C8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59"/>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accent2"/>
              </a:buClr>
              <a:buSzPts val="1800"/>
              <a:buChar char="•"/>
              <a:defRPr/>
            </a:lvl1pPr>
            <a:lvl2pPr marL="914400" lvl="1" indent="-342900" algn="l">
              <a:lnSpc>
                <a:spcPct val="90000"/>
              </a:lnSpc>
              <a:spcBef>
                <a:spcPts val="500"/>
              </a:spcBef>
              <a:spcAft>
                <a:spcPts val="0"/>
              </a:spcAft>
              <a:buClr>
                <a:schemeClr val="accent2"/>
              </a:buClr>
              <a:buSzPts val="1800"/>
              <a:buChar char="•"/>
              <a:defRPr/>
            </a:lvl2pPr>
            <a:lvl3pPr marL="1371600" lvl="2" indent="-342900" algn="l">
              <a:lnSpc>
                <a:spcPct val="90000"/>
              </a:lnSpc>
              <a:spcBef>
                <a:spcPts val="500"/>
              </a:spcBef>
              <a:spcAft>
                <a:spcPts val="0"/>
              </a:spcAft>
              <a:buClr>
                <a:schemeClr val="accent2"/>
              </a:buClr>
              <a:buSzPts val="1800"/>
              <a:buChar char="•"/>
              <a:defRPr/>
            </a:lvl3pPr>
            <a:lvl4pPr marL="1828800" lvl="3" indent="-342900" algn="l">
              <a:lnSpc>
                <a:spcPct val="90000"/>
              </a:lnSpc>
              <a:spcBef>
                <a:spcPts val="500"/>
              </a:spcBef>
              <a:spcAft>
                <a:spcPts val="0"/>
              </a:spcAft>
              <a:buClr>
                <a:schemeClr val="accent2"/>
              </a:buClr>
              <a:buSzPts val="1800"/>
              <a:buChar char="•"/>
              <a:defRPr/>
            </a:lvl4pPr>
            <a:lvl5pPr marL="2286000" lvl="4" indent="-342900" algn="l">
              <a:lnSpc>
                <a:spcPct val="90000"/>
              </a:lnSpc>
              <a:spcBef>
                <a:spcPts val="500"/>
              </a:spcBef>
              <a:spcAft>
                <a:spcPts val="0"/>
              </a:spcAft>
              <a:buClr>
                <a:schemeClr val="accent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Purple">
  <p:cSld name="Title Slide-Purple">
    <p:bg>
      <p:bgPr>
        <a:blipFill>
          <a:blip r:embed="rId2">
            <a:alphaModFix/>
          </a:blip>
          <a:stretch>
            <a:fillRect/>
          </a:stretch>
        </a:blipFill>
        <a:effectLst/>
      </p:bgPr>
    </p:bg>
    <p:spTree>
      <p:nvGrpSpPr>
        <p:cNvPr id="1" name="Shape 18"/>
        <p:cNvGrpSpPr/>
        <p:nvPr/>
      </p:nvGrpSpPr>
      <p:grpSpPr>
        <a:xfrm>
          <a:off x="0" y="0"/>
          <a:ext cx="0" cy="0"/>
          <a:chOff x="0" y="0"/>
          <a:chExt cx="0" cy="0"/>
        </a:xfrm>
      </p:grpSpPr>
      <p:sp>
        <p:nvSpPr>
          <p:cNvPr id="19" name="Google Shape;19;p60"/>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6000"/>
              <a:buFont typeface="Libre Franklin Medium"/>
              <a:buNone/>
              <a:defRPr sz="6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60"/>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accent2"/>
              </a:buClr>
              <a:buSzPts val="2000"/>
              <a:buNone/>
              <a:defRPr sz="2000"/>
            </a:lvl2pPr>
            <a:lvl3pPr lvl="2" algn="ctr">
              <a:lnSpc>
                <a:spcPct val="90000"/>
              </a:lnSpc>
              <a:spcBef>
                <a:spcPts val="500"/>
              </a:spcBef>
              <a:spcAft>
                <a:spcPts val="0"/>
              </a:spcAft>
              <a:buClr>
                <a:schemeClr val="accent2"/>
              </a:buClr>
              <a:buSzPts val="1800"/>
              <a:buNone/>
              <a:defRPr sz="1800"/>
            </a:lvl3pPr>
            <a:lvl4pPr lvl="3" algn="ctr">
              <a:lnSpc>
                <a:spcPct val="90000"/>
              </a:lnSpc>
              <a:spcBef>
                <a:spcPts val="500"/>
              </a:spcBef>
              <a:spcAft>
                <a:spcPts val="0"/>
              </a:spcAft>
              <a:buClr>
                <a:schemeClr val="accent2"/>
              </a:buClr>
              <a:buSzPts val="1600"/>
              <a:buNone/>
              <a:defRPr sz="1600"/>
            </a:lvl4pPr>
            <a:lvl5pPr lvl="4" algn="ctr">
              <a:lnSpc>
                <a:spcPct val="90000"/>
              </a:lnSpc>
              <a:spcBef>
                <a:spcPts val="500"/>
              </a:spcBef>
              <a:spcAft>
                <a:spcPts val="0"/>
              </a:spcAft>
              <a:buClr>
                <a:schemeClr val="accent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6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582C8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61"/>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accent2"/>
              </a:buClr>
              <a:buSzPts val="1800"/>
              <a:buChar char="•"/>
              <a:defRPr/>
            </a:lvl1pPr>
            <a:lvl2pPr marL="914400" lvl="1" indent="-342900" algn="l">
              <a:lnSpc>
                <a:spcPct val="90000"/>
              </a:lnSpc>
              <a:spcBef>
                <a:spcPts val="500"/>
              </a:spcBef>
              <a:spcAft>
                <a:spcPts val="0"/>
              </a:spcAft>
              <a:buClr>
                <a:schemeClr val="accent2"/>
              </a:buClr>
              <a:buSzPts val="1800"/>
              <a:buChar char="•"/>
              <a:defRPr/>
            </a:lvl2pPr>
            <a:lvl3pPr marL="1371600" lvl="2" indent="-342900" algn="l">
              <a:lnSpc>
                <a:spcPct val="90000"/>
              </a:lnSpc>
              <a:spcBef>
                <a:spcPts val="500"/>
              </a:spcBef>
              <a:spcAft>
                <a:spcPts val="0"/>
              </a:spcAft>
              <a:buClr>
                <a:schemeClr val="accent2"/>
              </a:buClr>
              <a:buSzPts val="1800"/>
              <a:buChar char="•"/>
              <a:defRPr/>
            </a:lvl3pPr>
            <a:lvl4pPr marL="1828800" lvl="3" indent="-342900" algn="l">
              <a:lnSpc>
                <a:spcPct val="90000"/>
              </a:lnSpc>
              <a:spcBef>
                <a:spcPts val="500"/>
              </a:spcBef>
              <a:spcAft>
                <a:spcPts val="0"/>
              </a:spcAft>
              <a:buClr>
                <a:schemeClr val="accent2"/>
              </a:buClr>
              <a:buSzPts val="1800"/>
              <a:buChar char="•"/>
              <a:defRPr/>
            </a:lvl4pPr>
            <a:lvl5pPr marL="2286000" lvl="4" indent="-342900" algn="l">
              <a:lnSpc>
                <a:spcPct val="90000"/>
              </a:lnSpc>
              <a:spcBef>
                <a:spcPts val="500"/>
              </a:spcBef>
              <a:spcAft>
                <a:spcPts val="0"/>
              </a:spcAft>
              <a:buClr>
                <a:schemeClr val="accent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61"/>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accent2"/>
              </a:buClr>
              <a:buSzPts val="1800"/>
              <a:buChar char="•"/>
              <a:defRPr/>
            </a:lvl1pPr>
            <a:lvl2pPr marL="914400" lvl="1" indent="-342900" algn="l">
              <a:lnSpc>
                <a:spcPct val="90000"/>
              </a:lnSpc>
              <a:spcBef>
                <a:spcPts val="500"/>
              </a:spcBef>
              <a:spcAft>
                <a:spcPts val="0"/>
              </a:spcAft>
              <a:buClr>
                <a:schemeClr val="accent2"/>
              </a:buClr>
              <a:buSzPts val="1800"/>
              <a:buChar char="•"/>
              <a:defRPr/>
            </a:lvl2pPr>
            <a:lvl3pPr marL="1371600" lvl="2" indent="-342900" algn="l">
              <a:lnSpc>
                <a:spcPct val="90000"/>
              </a:lnSpc>
              <a:spcBef>
                <a:spcPts val="500"/>
              </a:spcBef>
              <a:spcAft>
                <a:spcPts val="0"/>
              </a:spcAft>
              <a:buClr>
                <a:schemeClr val="accent2"/>
              </a:buClr>
              <a:buSzPts val="1800"/>
              <a:buChar char="•"/>
              <a:defRPr/>
            </a:lvl3pPr>
            <a:lvl4pPr marL="1828800" lvl="3" indent="-342900" algn="l">
              <a:lnSpc>
                <a:spcPct val="90000"/>
              </a:lnSpc>
              <a:spcBef>
                <a:spcPts val="500"/>
              </a:spcBef>
              <a:spcAft>
                <a:spcPts val="0"/>
              </a:spcAft>
              <a:buClr>
                <a:schemeClr val="accent2"/>
              </a:buClr>
              <a:buSzPts val="1800"/>
              <a:buChar char="•"/>
              <a:defRPr/>
            </a:lvl4pPr>
            <a:lvl5pPr marL="2286000" lvl="4" indent="-342900" algn="l">
              <a:lnSpc>
                <a:spcPct val="90000"/>
              </a:lnSpc>
              <a:spcBef>
                <a:spcPts val="500"/>
              </a:spcBef>
              <a:spcAft>
                <a:spcPts val="0"/>
              </a:spcAft>
              <a:buClr>
                <a:schemeClr val="accent2"/>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White">
  <p:cSld name="Title Slide-White">
    <p:bg>
      <p:bgPr>
        <a:blipFill>
          <a:blip r:embed="rId2">
            <a:alphaModFix/>
          </a:blip>
          <a:stretch>
            <a:fillRect/>
          </a:stretch>
        </a:blipFill>
        <a:effectLst/>
      </p:bgPr>
    </p:bg>
    <p:spTree>
      <p:nvGrpSpPr>
        <p:cNvPr id="1" name="Shape 25"/>
        <p:cNvGrpSpPr/>
        <p:nvPr/>
      </p:nvGrpSpPr>
      <p:grpSpPr>
        <a:xfrm>
          <a:off x="0" y="0"/>
          <a:ext cx="0" cy="0"/>
          <a:chOff x="0" y="0"/>
          <a:chExt cx="0" cy="0"/>
        </a:xfrm>
      </p:grpSpPr>
      <p:sp>
        <p:nvSpPr>
          <p:cNvPr id="26" name="Google Shape;26;p62"/>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582C83"/>
              </a:buClr>
              <a:buSzPts val="6000"/>
              <a:buFont typeface="Libre Franklin Medium"/>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62"/>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solidFill>
                  <a:schemeClr val="dk1"/>
                </a:solidFill>
              </a:defRPr>
            </a:lvl1pPr>
            <a:lvl2pPr lvl="1" algn="ctr">
              <a:lnSpc>
                <a:spcPct val="90000"/>
              </a:lnSpc>
              <a:spcBef>
                <a:spcPts val="500"/>
              </a:spcBef>
              <a:spcAft>
                <a:spcPts val="0"/>
              </a:spcAft>
              <a:buClr>
                <a:schemeClr val="accent2"/>
              </a:buClr>
              <a:buSzPts val="2000"/>
              <a:buNone/>
              <a:defRPr sz="2000"/>
            </a:lvl2pPr>
            <a:lvl3pPr lvl="2" algn="ctr">
              <a:lnSpc>
                <a:spcPct val="90000"/>
              </a:lnSpc>
              <a:spcBef>
                <a:spcPts val="500"/>
              </a:spcBef>
              <a:spcAft>
                <a:spcPts val="0"/>
              </a:spcAft>
              <a:buClr>
                <a:schemeClr val="accent2"/>
              </a:buClr>
              <a:buSzPts val="1800"/>
              <a:buNone/>
              <a:defRPr sz="1800"/>
            </a:lvl3pPr>
            <a:lvl4pPr lvl="3" algn="ctr">
              <a:lnSpc>
                <a:spcPct val="90000"/>
              </a:lnSpc>
              <a:spcBef>
                <a:spcPts val="500"/>
              </a:spcBef>
              <a:spcAft>
                <a:spcPts val="0"/>
              </a:spcAft>
              <a:buClr>
                <a:schemeClr val="accent2"/>
              </a:buClr>
              <a:buSzPts val="1600"/>
              <a:buNone/>
              <a:defRPr sz="1600"/>
            </a:lvl4pPr>
            <a:lvl5pPr lvl="4" algn="ctr">
              <a:lnSpc>
                <a:spcPct val="90000"/>
              </a:lnSpc>
              <a:spcBef>
                <a:spcPts val="500"/>
              </a:spcBef>
              <a:spcAft>
                <a:spcPts val="0"/>
              </a:spcAft>
              <a:buClr>
                <a:schemeClr val="accent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28"/>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29"/>
        <p:cNvGrpSpPr/>
        <p:nvPr/>
      </p:nvGrpSpPr>
      <p:grpSpPr>
        <a:xfrm>
          <a:off x="0" y="0"/>
          <a:ext cx="0" cy="0"/>
          <a:chOff x="0" y="0"/>
          <a:chExt cx="0" cy="0"/>
        </a:xfrm>
      </p:grpSpPr>
      <p:sp>
        <p:nvSpPr>
          <p:cNvPr id="30" name="Google Shape;30;p64"/>
          <p:cNvSpPr txBox="1">
            <a:spLocks noGrp="1"/>
          </p:cNvSpPr>
          <p:nvPr>
            <p:ph type="title"/>
          </p:nvPr>
        </p:nvSpPr>
        <p:spPr>
          <a:xfrm>
            <a:off x="950967" y="719367"/>
            <a:ext cx="10290000" cy="6375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SzPts val="4400"/>
              <a:buFont typeface="Bodoni Moda"/>
              <a:buNone/>
              <a:defRPr>
                <a:latin typeface="Bodoni Moda"/>
                <a:ea typeface="Bodoni Moda"/>
                <a:cs typeface="Bodoni Moda"/>
                <a:sym typeface="Bodoni Moda"/>
              </a:defRPr>
            </a:lvl1pPr>
            <a:lvl2pPr lvl="1" algn="l">
              <a:lnSpc>
                <a:spcPct val="100000"/>
              </a:lnSpc>
              <a:spcBef>
                <a:spcPts val="0"/>
              </a:spcBef>
              <a:spcAft>
                <a:spcPts val="0"/>
              </a:spcAft>
              <a:buSzPts val="1400"/>
              <a:buFont typeface="Bodoni Moda"/>
              <a:buNone/>
              <a:defRPr>
                <a:latin typeface="Bodoni Moda"/>
                <a:ea typeface="Bodoni Moda"/>
                <a:cs typeface="Bodoni Moda"/>
                <a:sym typeface="Bodoni Moda"/>
              </a:defRPr>
            </a:lvl2pPr>
            <a:lvl3pPr lvl="2" algn="l">
              <a:lnSpc>
                <a:spcPct val="100000"/>
              </a:lnSpc>
              <a:spcBef>
                <a:spcPts val="0"/>
              </a:spcBef>
              <a:spcAft>
                <a:spcPts val="0"/>
              </a:spcAft>
              <a:buSzPts val="1400"/>
              <a:buFont typeface="Bodoni Moda"/>
              <a:buNone/>
              <a:defRPr>
                <a:latin typeface="Bodoni Moda"/>
                <a:ea typeface="Bodoni Moda"/>
                <a:cs typeface="Bodoni Moda"/>
                <a:sym typeface="Bodoni Moda"/>
              </a:defRPr>
            </a:lvl3pPr>
            <a:lvl4pPr lvl="3" algn="l">
              <a:lnSpc>
                <a:spcPct val="100000"/>
              </a:lnSpc>
              <a:spcBef>
                <a:spcPts val="0"/>
              </a:spcBef>
              <a:spcAft>
                <a:spcPts val="0"/>
              </a:spcAft>
              <a:buSzPts val="1400"/>
              <a:buFont typeface="Bodoni Moda"/>
              <a:buNone/>
              <a:defRPr>
                <a:latin typeface="Bodoni Moda"/>
                <a:ea typeface="Bodoni Moda"/>
                <a:cs typeface="Bodoni Moda"/>
                <a:sym typeface="Bodoni Moda"/>
              </a:defRPr>
            </a:lvl4pPr>
            <a:lvl5pPr lvl="4" algn="l">
              <a:lnSpc>
                <a:spcPct val="100000"/>
              </a:lnSpc>
              <a:spcBef>
                <a:spcPts val="0"/>
              </a:spcBef>
              <a:spcAft>
                <a:spcPts val="0"/>
              </a:spcAft>
              <a:buSzPts val="1400"/>
              <a:buFont typeface="Bodoni Moda"/>
              <a:buNone/>
              <a:defRPr>
                <a:latin typeface="Bodoni Moda"/>
                <a:ea typeface="Bodoni Moda"/>
                <a:cs typeface="Bodoni Moda"/>
                <a:sym typeface="Bodoni Moda"/>
              </a:defRPr>
            </a:lvl5pPr>
            <a:lvl6pPr lvl="5" algn="l">
              <a:lnSpc>
                <a:spcPct val="100000"/>
              </a:lnSpc>
              <a:spcBef>
                <a:spcPts val="0"/>
              </a:spcBef>
              <a:spcAft>
                <a:spcPts val="0"/>
              </a:spcAft>
              <a:buSzPts val="1400"/>
              <a:buFont typeface="Bodoni Moda"/>
              <a:buNone/>
              <a:defRPr>
                <a:latin typeface="Bodoni Moda"/>
                <a:ea typeface="Bodoni Moda"/>
                <a:cs typeface="Bodoni Moda"/>
                <a:sym typeface="Bodoni Moda"/>
              </a:defRPr>
            </a:lvl6pPr>
            <a:lvl7pPr lvl="6" algn="l">
              <a:lnSpc>
                <a:spcPct val="100000"/>
              </a:lnSpc>
              <a:spcBef>
                <a:spcPts val="0"/>
              </a:spcBef>
              <a:spcAft>
                <a:spcPts val="0"/>
              </a:spcAft>
              <a:buSzPts val="1400"/>
              <a:buFont typeface="Bodoni Moda"/>
              <a:buNone/>
              <a:defRPr>
                <a:latin typeface="Bodoni Moda"/>
                <a:ea typeface="Bodoni Moda"/>
                <a:cs typeface="Bodoni Moda"/>
                <a:sym typeface="Bodoni Moda"/>
              </a:defRPr>
            </a:lvl7pPr>
            <a:lvl8pPr lvl="7" algn="l">
              <a:lnSpc>
                <a:spcPct val="100000"/>
              </a:lnSpc>
              <a:spcBef>
                <a:spcPts val="0"/>
              </a:spcBef>
              <a:spcAft>
                <a:spcPts val="0"/>
              </a:spcAft>
              <a:buSzPts val="1400"/>
              <a:buFont typeface="Bodoni Moda"/>
              <a:buNone/>
              <a:defRPr>
                <a:latin typeface="Bodoni Moda"/>
                <a:ea typeface="Bodoni Moda"/>
                <a:cs typeface="Bodoni Moda"/>
                <a:sym typeface="Bodoni Moda"/>
              </a:defRPr>
            </a:lvl8pPr>
            <a:lvl9pPr lvl="8" algn="l">
              <a:lnSpc>
                <a:spcPct val="100000"/>
              </a:lnSpc>
              <a:spcBef>
                <a:spcPts val="0"/>
              </a:spcBef>
              <a:spcAft>
                <a:spcPts val="0"/>
              </a:spcAft>
              <a:buSzPts val="1400"/>
              <a:buFont typeface="Bodoni Moda"/>
              <a:buNone/>
              <a:defRPr>
                <a:latin typeface="Bodoni Moda"/>
                <a:ea typeface="Bodoni Moda"/>
                <a:cs typeface="Bodoni Moda"/>
                <a:sym typeface="Bodoni Moda"/>
              </a:defRPr>
            </a:lvl9pPr>
          </a:lstStyle>
          <a:p>
            <a:endParaRPr/>
          </a:p>
        </p:txBody>
      </p:sp>
      <p:sp>
        <p:nvSpPr>
          <p:cNvPr id="31" name="Google Shape;31;p64"/>
          <p:cNvSpPr txBox="1">
            <a:spLocks noGrp="1"/>
          </p:cNvSpPr>
          <p:nvPr>
            <p:ph type="subTitle" idx="1"/>
          </p:nvPr>
        </p:nvSpPr>
        <p:spPr>
          <a:xfrm>
            <a:off x="2673667" y="2749750"/>
            <a:ext cx="3302100" cy="622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SzPts val="2800"/>
              <a:buNone/>
              <a:defRPr/>
            </a:lvl1pPr>
            <a:lvl2pPr lvl="1" algn="l">
              <a:lnSpc>
                <a:spcPct val="100000"/>
              </a:lnSpc>
              <a:spcBef>
                <a:spcPts val="500"/>
              </a:spcBef>
              <a:spcAft>
                <a:spcPts val="0"/>
              </a:spcAft>
              <a:buSzPts val="2400"/>
              <a:buNone/>
              <a:defRPr/>
            </a:lvl2pPr>
            <a:lvl3pPr lvl="2" algn="l">
              <a:lnSpc>
                <a:spcPct val="100000"/>
              </a:lnSpc>
              <a:spcBef>
                <a:spcPts val="500"/>
              </a:spcBef>
              <a:spcAft>
                <a:spcPts val="0"/>
              </a:spcAft>
              <a:buSzPts val="2000"/>
              <a:buNone/>
              <a:defRPr/>
            </a:lvl3pPr>
            <a:lvl4pPr lvl="3" algn="l">
              <a:lnSpc>
                <a:spcPct val="100000"/>
              </a:lnSpc>
              <a:spcBef>
                <a:spcPts val="500"/>
              </a:spcBef>
              <a:spcAft>
                <a:spcPts val="0"/>
              </a:spcAft>
              <a:buSzPts val="1800"/>
              <a:buNone/>
              <a:defRPr/>
            </a:lvl4pPr>
            <a:lvl5pPr lvl="4" algn="l">
              <a:lnSpc>
                <a:spcPct val="100000"/>
              </a:lnSpc>
              <a:spcBef>
                <a:spcPts val="500"/>
              </a:spcBef>
              <a:spcAft>
                <a:spcPts val="0"/>
              </a:spcAft>
              <a:buSzPts val="1800"/>
              <a:buNone/>
              <a:defRPr/>
            </a:lvl5pPr>
            <a:lvl6pPr lvl="5" algn="l">
              <a:lnSpc>
                <a:spcPct val="100000"/>
              </a:lnSpc>
              <a:spcBef>
                <a:spcPts val="500"/>
              </a:spcBef>
              <a:spcAft>
                <a:spcPts val="0"/>
              </a:spcAft>
              <a:buSzPts val="1800"/>
              <a:buNone/>
              <a:defRPr/>
            </a:lvl6pPr>
            <a:lvl7pPr lvl="6" algn="l">
              <a:lnSpc>
                <a:spcPct val="100000"/>
              </a:lnSpc>
              <a:spcBef>
                <a:spcPts val="500"/>
              </a:spcBef>
              <a:spcAft>
                <a:spcPts val="0"/>
              </a:spcAft>
              <a:buSzPts val="1800"/>
              <a:buNone/>
              <a:defRPr/>
            </a:lvl7pPr>
            <a:lvl8pPr lvl="7" algn="l">
              <a:lnSpc>
                <a:spcPct val="100000"/>
              </a:lnSpc>
              <a:spcBef>
                <a:spcPts val="500"/>
              </a:spcBef>
              <a:spcAft>
                <a:spcPts val="0"/>
              </a:spcAft>
              <a:buSzPts val="1800"/>
              <a:buNone/>
              <a:defRPr/>
            </a:lvl8pPr>
            <a:lvl9pPr lvl="8" algn="l">
              <a:lnSpc>
                <a:spcPct val="100000"/>
              </a:lnSpc>
              <a:spcBef>
                <a:spcPts val="500"/>
              </a:spcBef>
              <a:spcAft>
                <a:spcPts val="0"/>
              </a:spcAft>
              <a:buSzPts val="1800"/>
              <a:buNone/>
              <a:defRPr/>
            </a:lvl9pPr>
          </a:lstStyle>
          <a:p>
            <a:endParaRPr/>
          </a:p>
        </p:txBody>
      </p:sp>
      <p:sp>
        <p:nvSpPr>
          <p:cNvPr id="32" name="Google Shape;32;p64"/>
          <p:cNvSpPr txBox="1">
            <a:spLocks noGrp="1"/>
          </p:cNvSpPr>
          <p:nvPr>
            <p:ph type="subTitle" idx="2"/>
          </p:nvPr>
        </p:nvSpPr>
        <p:spPr>
          <a:xfrm>
            <a:off x="2673667" y="2268683"/>
            <a:ext cx="3302100" cy="400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1pPr>
            <a:lvl2pPr lvl="1"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2pPr>
            <a:lvl3pPr lvl="2"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3pPr>
            <a:lvl4pPr lvl="3"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4pPr>
            <a:lvl5pPr lvl="4"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5pPr>
            <a:lvl6pPr lvl="5"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6pPr>
            <a:lvl7pPr lvl="6"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7pPr>
            <a:lvl8pPr lvl="7"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8pPr>
            <a:lvl9pPr lvl="8"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9pPr>
          </a:lstStyle>
          <a:p>
            <a:endParaRPr/>
          </a:p>
        </p:txBody>
      </p:sp>
      <p:sp>
        <p:nvSpPr>
          <p:cNvPr id="33" name="Google Shape;33;p64"/>
          <p:cNvSpPr txBox="1">
            <a:spLocks noGrp="1"/>
          </p:cNvSpPr>
          <p:nvPr>
            <p:ph type="subTitle" idx="3"/>
          </p:nvPr>
        </p:nvSpPr>
        <p:spPr>
          <a:xfrm>
            <a:off x="2673667" y="4463650"/>
            <a:ext cx="3302100" cy="622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SzPts val="2800"/>
              <a:buNone/>
              <a:defRPr/>
            </a:lvl1pPr>
            <a:lvl2pPr lvl="1" algn="l">
              <a:lnSpc>
                <a:spcPct val="100000"/>
              </a:lnSpc>
              <a:spcBef>
                <a:spcPts val="500"/>
              </a:spcBef>
              <a:spcAft>
                <a:spcPts val="0"/>
              </a:spcAft>
              <a:buSzPts val="2400"/>
              <a:buNone/>
              <a:defRPr/>
            </a:lvl2pPr>
            <a:lvl3pPr lvl="2" algn="l">
              <a:lnSpc>
                <a:spcPct val="100000"/>
              </a:lnSpc>
              <a:spcBef>
                <a:spcPts val="500"/>
              </a:spcBef>
              <a:spcAft>
                <a:spcPts val="0"/>
              </a:spcAft>
              <a:buSzPts val="2000"/>
              <a:buNone/>
              <a:defRPr/>
            </a:lvl3pPr>
            <a:lvl4pPr lvl="3" algn="l">
              <a:lnSpc>
                <a:spcPct val="100000"/>
              </a:lnSpc>
              <a:spcBef>
                <a:spcPts val="500"/>
              </a:spcBef>
              <a:spcAft>
                <a:spcPts val="0"/>
              </a:spcAft>
              <a:buSzPts val="1800"/>
              <a:buNone/>
              <a:defRPr/>
            </a:lvl4pPr>
            <a:lvl5pPr lvl="4" algn="l">
              <a:lnSpc>
                <a:spcPct val="100000"/>
              </a:lnSpc>
              <a:spcBef>
                <a:spcPts val="500"/>
              </a:spcBef>
              <a:spcAft>
                <a:spcPts val="0"/>
              </a:spcAft>
              <a:buSzPts val="1800"/>
              <a:buNone/>
              <a:defRPr/>
            </a:lvl5pPr>
            <a:lvl6pPr lvl="5" algn="l">
              <a:lnSpc>
                <a:spcPct val="100000"/>
              </a:lnSpc>
              <a:spcBef>
                <a:spcPts val="500"/>
              </a:spcBef>
              <a:spcAft>
                <a:spcPts val="0"/>
              </a:spcAft>
              <a:buSzPts val="1800"/>
              <a:buNone/>
              <a:defRPr/>
            </a:lvl6pPr>
            <a:lvl7pPr lvl="6" algn="l">
              <a:lnSpc>
                <a:spcPct val="100000"/>
              </a:lnSpc>
              <a:spcBef>
                <a:spcPts val="500"/>
              </a:spcBef>
              <a:spcAft>
                <a:spcPts val="0"/>
              </a:spcAft>
              <a:buSzPts val="1800"/>
              <a:buNone/>
              <a:defRPr/>
            </a:lvl7pPr>
            <a:lvl8pPr lvl="7" algn="l">
              <a:lnSpc>
                <a:spcPct val="100000"/>
              </a:lnSpc>
              <a:spcBef>
                <a:spcPts val="500"/>
              </a:spcBef>
              <a:spcAft>
                <a:spcPts val="0"/>
              </a:spcAft>
              <a:buSzPts val="1800"/>
              <a:buNone/>
              <a:defRPr/>
            </a:lvl8pPr>
            <a:lvl9pPr lvl="8" algn="l">
              <a:lnSpc>
                <a:spcPct val="100000"/>
              </a:lnSpc>
              <a:spcBef>
                <a:spcPts val="500"/>
              </a:spcBef>
              <a:spcAft>
                <a:spcPts val="0"/>
              </a:spcAft>
              <a:buSzPts val="1800"/>
              <a:buNone/>
              <a:defRPr/>
            </a:lvl9pPr>
          </a:lstStyle>
          <a:p>
            <a:endParaRPr/>
          </a:p>
        </p:txBody>
      </p:sp>
      <p:sp>
        <p:nvSpPr>
          <p:cNvPr id="34" name="Google Shape;34;p64"/>
          <p:cNvSpPr txBox="1">
            <a:spLocks noGrp="1"/>
          </p:cNvSpPr>
          <p:nvPr>
            <p:ph type="subTitle" idx="4"/>
          </p:nvPr>
        </p:nvSpPr>
        <p:spPr>
          <a:xfrm>
            <a:off x="2673667" y="3982583"/>
            <a:ext cx="3302100" cy="400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1pPr>
            <a:lvl2pPr lvl="1"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2pPr>
            <a:lvl3pPr lvl="2"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3pPr>
            <a:lvl4pPr lvl="3"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4pPr>
            <a:lvl5pPr lvl="4"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5pPr>
            <a:lvl6pPr lvl="5"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6pPr>
            <a:lvl7pPr lvl="6"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7pPr>
            <a:lvl8pPr lvl="7"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8pPr>
            <a:lvl9pPr lvl="8"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9pPr>
          </a:lstStyle>
          <a:p>
            <a:endParaRPr/>
          </a:p>
        </p:txBody>
      </p:sp>
      <p:sp>
        <p:nvSpPr>
          <p:cNvPr id="35" name="Google Shape;35;p64"/>
          <p:cNvSpPr txBox="1">
            <a:spLocks noGrp="1"/>
          </p:cNvSpPr>
          <p:nvPr>
            <p:ph type="subTitle" idx="5"/>
          </p:nvPr>
        </p:nvSpPr>
        <p:spPr>
          <a:xfrm>
            <a:off x="7864400" y="2749750"/>
            <a:ext cx="3302100" cy="622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SzPts val="2800"/>
              <a:buNone/>
              <a:defRPr/>
            </a:lvl1pPr>
            <a:lvl2pPr lvl="1" algn="l">
              <a:lnSpc>
                <a:spcPct val="100000"/>
              </a:lnSpc>
              <a:spcBef>
                <a:spcPts val="500"/>
              </a:spcBef>
              <a:spcAft>
                <a:spcPts val="0"/>
              </a:spcAft>
              <a:buSzPts val="2400"/>
              <a:buNone/>
              <a:defRPr/>
            </a:lvl2pPr>
            <a:lvl3pPr lvl="2" algn="l">
              <a:lnSpc>
                <a:spcPct val="100000"/>
              </a:lnSpc>
              <a:spcBef>
                <a:spcPts val="500"/>
              </a:spcBef>
              <a:spcAft>
                <a:spcPts val="0"/>
              </a:spcAft>
              <a:buSzPts val="2000"/>
              <a:buNone/>
              <a:defRPr/>
            </a:lvl3pPr>
            <a:lvl4pPr lvl="3" algn="l">
              <a:lnSpc>
                <a:spcPct val="100000"/>
              </a:lnSpc>
              <a:spcBef>
                <a:spcPts val="500"/>
              </a:spcBef>
              <a:spcAft>
                <a:spcPts val="0"/>
              </a:spcAft>
              <a:buSzPts val="1800"/>
              <a:buNone/>
              <a:defRPr/>
            </a:lvl4pPr>
            <a:lvl5pPr lvl="4" algn="l">
              <a:lnSpc>
                <a:spcPct val="100000"/>
              </a:lnSpc>
              <a:spcBef>
                <a:spcPts val="500"/>
              </a:spcBef>
              <a:spcAft>
                <a:spcPts val="0"/>
              </a:spcAft>
              <a:buSzPts val="1800"/>
              <a:buNone/>
              <a:defRPr/>
            </a:lvl5pPr>
            <a:lvl6pPr lvl="5" algn="l">
              <a:lnSpc>
                <a:spcPct val="100000"/>
              </a:lnSpc>
              <a:spcBef>
                <a:spcPts val="500"/>
              </a:spcBef>
              <a:spcAft>
                <a:spcPts val="0"/>
              </a:spcAft>
              <a:buSzPts val="1800"/>
              <a:buNone/>
              <a:defRPr/>
            </a:lvl6pPr>
            <a:lvl7pPr lvl="6" algn="l">
              <a:lnSpc>
                <a:spcPct val="100000"/>
              </a:lnSpc>
              <a:spcBef>
                <a:spcPts val="500"/>
              </a:spcBef>
              <a:spcAft>
                <a:spcPts val="0"/>
              </a:spcAft>
              <a:buSzPts val="1800"/>
              <a:buNone/>
              <a:defRPr/>
            </a:lvl7pPr>
            <a:lvl8pPr lvl="7" algn="l">
              <a:lnSpc>
                <a:spcPct val="100000"/>
              </a:lnSpc>
              <a:spcBef>
                <a:spcPts val="500"/>
              </a:spcBef>
              <a:spcAft>
                <a:spcPts val="0"/>
              </a:spcAft>
              <a:buSzPts val="1800"/>
              <a:buNone/>
              <a:defRPr/>
            </a:lvl8pPr>
            <a:lvl9pPr lvl="8" algn="l">
              <a:lnSpc>
                <a:spcPct val="100000"/>
              </a:lnSpc>
              <a:spcBef>
                <a:spcPts val="500"/>
              </a:spcBef>
              <a:spcAft>
                <a:spcPts val="0"/>
              </a:spcAft>
              <a:buSzPts val="1800"/>
              <a:buNone/>
              <a:defRPr/>
            </a:lvl9pPr>
          </a:lstStyle>
          <a:p>
            <a:endParaRPr/>
          </a:p>
        </p:txBody>
      </p:sp>
      <p:sp>
        <p:nvSpPr>
          <p:cNvPr id="36" name="Google Shape;36;p64"/>
          <p:cNvSpPr txBox="1">
            <a:spLocks noGrp="1"/>
          </p:cNvSpPr>
          <p:nvPr>
            <p:ph type="subTitle" idx="6"/>
          </p:nvPr>
        </p:nvSpPr>
        <p:spPr>
          <a:xfrm>
            <a:off x="7864400" y="2268683"/>
            <a:ext cx="3302100" cy="400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1pPr>
            <a:lvl2pPr lvl="1"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2pPr>
            <a:lvl3pPr lvl="2"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3pPr>
            <a:lvl4pPr lvl="3"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4pPr>
            <a:lvl5pPr lvl="4"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5pPr>
            <a:lvl6pPr lvl="5"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6pPr>
            <a:lvl7pPr lvl="6"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7pPr>
            <a:lvl8pPr lvl="7"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8pPr>
            <a:lvl9pPr lvl="8"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9pPr>
          </a:lstStyle>
          <a:p>
            <a:endParaRPr/>
          </a:p>
        </p:txBody>
      </p:sp>
      <p:sp>
        <p:nvSpPr>
          <p:cNvPr id="37" name="Google Shape;37;p64"/>
          <p:cNvSpPr txBox="1">
            <a:spLocks noGrp="1"/>
          </p:cNvSpPr>
          <p:nvPr>
            <p:ph type="subTitle" idx="7"/>
          </p:nvPr>
        </p:nvSpPr>
        <p:spPr>
          <a:xfrm>
            <a:off x="7864400" y="4463650"/>
            <a:ext cx="3302100" cy="622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SzPts val="2800"/>
              <a:buNone/>
              <a:defRPr/>
            </a:lvl1pPr>
            <a:lvl2pPr lvl="1" algn="l">
              <a:lnSpc>
                <a:spcPct val="100000"/>
              </a:lnSpc>
              <a:spcBef>
                <a:spcPts val="500"/>
              </a:spcBef>
              <a:spcAft>
                <a:spcPts val="0"/>
              </a:spcAft>
              <a:buSzPts val="2400"/>
              <a:buNone/>
              <a:defRPr/>
            </a:lvl2pPr>
            <a:lvl3pPr lvl="2" algn="l">
              <a:lnSpc>
                <a:spcPct val="100000"/>
              </a:lnSpc>
              <a:spcBef>
                <a:spcPts val="500"/>
              </a:spcBef>
              <a:spcAft>
                <a:spcPts val="0"/>
              </a:spcAft>
              <a:buSzPts val="2000"/>
              <a:buNone/>
              <a:defRPr/>
            </a:lvl3pPr>
            <a:lvl4pPr lvl="3" algn="l">
              <a:lnSpc>
                <a:spcPct val="100000"/>
              </a:lnSpc>
              <a:spcBef>
                <a:spcPts val="500"/>
              </a:spcBef>
              <a:spcAft>
                <a:spcPts val="0"/>
              </a:spcAft>
              <a:buSzPts val="1800"/>
              <a:buNone/>
              <a:defRPr/>
            </a:lvl4pPr>
            <a:lvl5pPr lvl="4" algn="l">
              <a:lnSpc>
                <a:spcPct val="100000"/>
              </a:lnSpc>
              <a:spcBef>
                <a:spcPts val="500"/>
              </a:spcBef>
              <a:spcAft>
                <a:spcPts val="0"/>
              </a:spcAft>
              <a:buSzPts val="1800"/>
              <a:buNone/>
              <a:defRPr/>
            </a:lvl5pPr>
            <a:lvl6pPr lvl="5" algn="l">
              <a:lnSpc>
                <a:spcPct val="100000"/>
              </a:lnSpc>
              <a:spcBef>
                <a:spcPts val="500"/>
              </a:spcBef>
              <a:spcAft>
                <a:spcPts val="0"/>
              </a:spcAft>
              <a:buSzPts val="1800"/>
              <a:buNone/>
              <a:defRPr/>
            </a:lvl6pPr>
            <a:lvl7pPr lvl="6" algn="l">
              <a:lnSpc>
                <a:spcPct val="100000"/>
              </a:lnSpc>
              <a:spcBef>
                <a:spcPts val="500"/>
              </a:spcBef>
              <a:spcAft>
                <a:spcPts val="0"/>
              </a:spcAft>
              <a:buSzPts val="1800"/>
              <a:buNone/>
              <a:defRPr/>
            </a:lvl7pPr>
            <a:lvl8pPr lvl="7" algn="l">
              <a:lnSpc>
                <a:spcPct val="100000"/>
              </a:lnSpc>
              <a:spcBef>
                <a:spcPts val="500"/>
              </a:spcBef>
              <a:spcAft>
                <a:spcPts val="0"/>
              </a:spcAft>
              <a:buSzPts val="1800"/>
              <a:buNone/>
              <a:defRPr/>
            </a:lvl8pPr>
            <a:lvl9pPr lvl="8" algn="l">
              <a:lnSpc>
                <a:spcPct val="100000"/>
              </a:lnSpc>
              <a:spcBef>
                <a:spcPts val="500"/>
              </a:spcBef>
              <a:spcAft>
                <a:spcPts val="0"/>
              </a:spcAft>
              <a:buSzPts val="1800"/>
              <a:buNone/>
              <a:defRPr/>
            </a:lvl9pPr>
          </a:lstStyle>
          <a:p>
            <a:endParaRPr/>
          </a:p>
        </p:txBody>
      </p:sp>
      <p:sp>
        <p:nvSpPr>
          <p:cNvPr id="38" name="Google Shape;38;p64"/>
          <p:cNvSpPr txBox="1">
            <a:spLocks noGrp="1"/>
          </p:cNvSpPr>
          <p:nvPr>
            <p:ph type="subTitle" idx="8"/>
          </p:nvPr>
        </p:nvSpPr>
        <p:spPr>
          <a:xfrm>
            <a:off x="7864400" y="3982583"/>
            <a:ext cx="3302100" cy="400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1pPr>
            <a:lvl2pPr lvl="1"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2pPr>
            <a:lvl3pPr lvl="2"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3pPr>
            <a:lvl4pPr lvl="3"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4pPr>
            <a:lvl5pPr lvl="4"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5pPr>
            <a:lvl6pPr lvl="5"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6pPr>
            <a:lvl7pPr lvl="6"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7pPr>
            <a:lvl8pPr lvl="7"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8pPr>
            <a:lvl9pPr lvl="8" algn="l">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9pPr>
          </a:lstStyle>
          <a:p>
            <a:endParaRPr/>
          </a:p>
        </p:txBody>
      </p:sp>
      <p:sp>
        <p:nvSpPr>
          <p:cNvPr id="39" name="Google Shape;39;p64"/>
          <p:cNvSpPr txBox="1">
            <a:spLocks noGrp="1"/>
          </p:cNvSpPr>
          <p:nvPr>
            <p:ph type="title" idx="9"/>
          </p:nvPr>
        </p:nvSpPr>
        <p:spPr>
          <a:xfrm>
            <a:off x="1507000" y="2296636"/>
            <a:ext cx="1071900" cy="990300"/>
          </a:xfrm>
          <a:prstGeom prst="rect">
            <a:avLst/>
          </a:prstGeom>
          <a:solidFill>
            <a:schemeClr val="accent1"/>
          </a:solidFill>
          <a:ln>
            <a:noFill/>
          </a:ln>
        </p:spPr>
        <p:txBody>
          <a:bodyPr spcFirstLastPara="1" wrap="square" lIns="91425" tIns="45700" rIns="91425" bIns="45700" anchor="b" anchorCtr="0">
            <a:normAutofit/>
          </a:bodyPr>
          <a:lstStyle>
            <a:lvl1pPr lvl="0" algn="ctr">
              <a:lnSpc>
                <a:spcPct val="90000"/>
              </a:lnSpc>
              <a:spcBef>
                <a:spcPts val="0"/>
              </a:spcBef>
              <a:spcAft>
                <a:spcPts val="0"/>
              </a:spcAft>
              <a:buSzPts val="4700"/>
              <a:buFont typeface="Bodoni Moda"/>
              <a:buNone/>
              <a:defRPr sz="4700">
                <a:latin typeface="Bodoni Moda"/>
                <a:ea typeface="Bodoni Moda"/>
                <a:cs typeface="Bodoni Moda"/>
                <a:sym typeface="Bodoni Moda"/>
              </a:defRPr>
            </a:lvl1pPr>
            <a:lvl2pPr lvl="1" algn="ctr">
              <a:lnSpc>
                <a:spcPct val="100000"/>
              </a:lnSpc>
              <a:spcBef>
                <a:spcPts val="0"/>
              </a:spcBef>
              <a:spcAft>
                <a:spcPts val="0"/>
              </a:spcAft>
              <a:buSzPts val="4700"/>
              <a:buFont typeface="Bodoni Moda"/>
              <a:buNone/>
              <a:defRPr sz="4700">
                <a:latin typeface="Bodoni Moda"/>
                <a:ea typeface="Bodoni Moda"/>
                <a:cs typeface="Bodoni Moda"/>
                <a:sym typeface="Bodoni Moda"/>
              </a:defRPr>
            </a:lvl2pPr>
            <a:lvl3pPr lvl="2" algn="ctr">
              <a:lnSpc>
                <a:spcPct val="100000"/>
              </a:lnSpc>
              <a:spcBef>
                <a:spcPts val="0"/>
              </a:spcBef>
              <a:spcAft>
                <a:spcPts val="0"/>
              </a:spcAft>
              <a:buSzPts val="4700"/>
              <a:buFont typeface="Bodoni Moda"/>
              <a:buNone/>
              <a:defRPr sz="4700">
                <a:latin typeface="Bodoni Moda"/>
                <a:ea typeface="Bodoni Moda"/>
                <a:cs typeface="Bodoni Moda"/>
                <a:sym typeface="Bodoni Moda"/>
              </a:defRPr>
            </a:lvl3pPr>
            <a:lvl4pPr lvl="3" algn="ctr">
              <a:lnSpc>
                <a:spcPct val="100000"/>
              </a:lnSpc>
              <a:spcBef>
                <a:spcPts val="0"/>
              </a:spcBef>
              <a:spcAft>
                <a:spcPts val="0"/>
              </a:spcAft>
              <a:buSzPts val="4700"/>
              <a:buFont typeface="Bodoni Moda"/>
              <a:buNone/>
              <a:defRPr sz="4700">
                <a:latin typeface="Bodoni Moda"/>
                <a:ea typeface="Bodoni Moda"/>
                <a:cs typeface="Bodoni Moda"/>
                <a:sym typeface="Bodoni Moda"/>
              </a:defRPr>
            </a:lvl4pPr>
            <a:lvl5pPr lvl="4" algn="ctr">
              <a:lnSpc>
                <a:spcPct val="100000"/>
              </a:lnSpc>
              <a:spcBef>
                <a:spcPts val="0"/>
              </a:spcBef>
              <a:spcAft>
                <a:spcPts val="0"/>
              </a:spcAft>
              <a:buSzPts val="4700"/>
              <a:buFont typeface="Bodoni Moda"/>
              <a:buNone/>
              <a:defRPr sz="4700">
                <a:latin typeface="Bodoni Moda"/>
                <a:ea typeface="Bodoni Moda"/>
                <a:cs typeface="Bodoni Moda"/>
                <a:sym typeface="Bodoni Moda"/>
              </a:defRPr>
            </a:lvl5pPr>
            <a:lvl6pPr lvl="5" algn="ctr">
              <a:lnSpc>
                <a:spcPct val="100000"/>
              </a:lnSpc>
              <a:spcBef>
                <a:spcPts val="0"/>
              </a:spcBef>
              <a:spcAft>
                <a:spcPts val="0"/>
              </a:spcAft>
              <a:buSzPts val="4700"/>
              <a:buFont typeface="Bodoni Moda"/>
              <a:buNone/>
              <a:defRPr sz="4700">
                <a:latin typeface="Bodoni Moda"/>
                <a:ea typeface="Bodoni Moda"/>
                <a:cs typeface="Bodoni Moda"/>
                <a:sym typeface="Bodoni Moda"/>
              </a:defRPr>
            </a:lvl6pPr>
            <a:lvl7pPr lvl="6" algn="ctr">
              <a:lnSpc>
                <a:spcPct val="100000"/>
              </a:lnSpc>
              <a:spcBef>
                <a:spcPts val="0"/>
              </a:spcBef>
              <a:spcAft>
                <a:spcPts val="0"/>
              </a:spcAft>
              <a:buSzPts val="4700"/>
              <a:buFont typeface="Bodoni Moda"/>
              <a:buNone/>
              <a:defRPr sz="4700">
                <a:latin typeface="Bodoni Moda"/>
                <a:ea typeface="Bodoni Moda"/>
                <a:cs typeface="Bodoni Moda"/>
                <a:sym typeface="Bodoni Moda"/>
              </a:defRPr>
            </a:lvl7pPr>
            <a:lvl8pPr lvl="7" algn="ctr">
              <a:lnSpc>
                <a:spcPct val="100000"/>
              </a:lnSpc>
              <a:spcBef>
                <a:spcPts val="0"/>
              </a:spcBef>
              <a:spcAft>
                <a:spcPts val="0"/>
              </a:spcAft>
              <a:buSzPts val="4700"/>
              <a:buFont typeface="Bodoni Moda"/>
              <a:buNone/>
              <a:defRPr sz="4700">
                <a:latin typeface="Bodoni Moda"/>
                <a:ea typeface="Bodoni Moda"/>
                <a:cs typeface="Bodoni Moda"/>
                <a:sym typeface="Bodoni Moda"/>
              </a:defRPr>
            </a:lvl8pPr>
            <a:lvl9pPr lvl="8" algn="ctr">
              <a:lnSpc>
                <a:spcPct val="100000"/>
              </a:lnSpc>
              <a:spcBef>
                <a:spcPts val="0"/>
              </a:spcBef>
              <a:spcAft>
                <a:spcPts val="0"/>
              </a:spcAft>
              <a:buSzPts val="4700"/>
              <a:buFont typeface="Bodoni Moda"/>
              <a:buNone/>
              <a:defRPr sz="4700">
                <a:latin typeface="Bodoni Moda"/>
                <a:ea typeface="Bodoni Moda"/>
                <a:cs typeface="Bodoni Moda"/>
                <a:sym typeface="Bodoni Moda"/>
              </a:defRPr>
            </a:lvl9pPr>
          </a:lstStyle>
          <a:p>
            <a:endParaRPr/>
          </a:p>
        </p:txBody>
      </p:sp>
      <p:sp>
        <p:nvSpPr>
          <p:cNvPr id="40" name="Google Shape;40;p64"/>
          <p:cNvSpPr txBox="1">
            <a:spLocks noGrp="1"/>
          </p:cNvSpPr>
          <p:nvPr>
            <p:ph type="title" idx="13"/>
          </p:nvPr>
        </p:nvSpPr>
        <p:spPr>
          <a:xfrm>
            <a:off x="1507000" y="4025500"/>
            <a:ext cx="1071900" cy="990300"/>
          </a:xfrm>
          <a:prstGeom prst="rect">
            <a:avLst/>
          </a:prstGeom>
          <a:solidFill>
            <a:schemeClr val="accent1"/>
          </a:solidFill>
          <a:ln>
            <a:noFill/>
          </a:ln>
        </p:spPr>
        <p:txBody>
          <a:bodyPr spcFirstLastPara="1" wrap="square" lIns="91425" tIns="45700" rIns="91425" bIns="45700" anchor="b" anchorCtr="0">
            <a:normAutofit/>
          </a:bodyPr>
          <a:lstStyle>
            <a:lvl1pPr lvl="0" algn="ctr">
              <a:lnSpc>
                <a:spcPct val="90000"/>
              </a:lnSpc>
              <a:spcBef>
                <a:spcPts val="0"/>
              </a:spcBef>
              <a:spcAft>
                <a:spcPts val="0"/>
              </a:spcAft>
              <a:buSzPts val="4700"/>
              <a:buFont typeface="Bodoni Moda"/>
              <a:buNone/>
              <a:defRPr sz="4700">
                <a:latin typeface="Bodoni Moda"/>
                <a:ea typeface="Bodoni Moda"/>
                <a:cs typeface="Bodoni Moda"/>
                <a:sym typeface="Bodoni Moda"/>
              </a:defRPr>
            </a:lvl1pPr>
            <a:lvl2pPr lvl="1" algn="ctr">
              <a:lnSpc>
                <a:spcPct val="100000"/>
              </a:lnSpc>
              <a:spcBef>
                <a:spcPts val="0"/>
              </a:spcBef>
              <a:spcAft>
                <a:spcPts val="0"/>
              </a:spcAft>
              <a:buSzPts val="4700"/>
              <a:buFont typeface="Bodoni Moda"/>
              <a:buNone/>
              <a:defRPr sz="4700">
                <a:latin typeface="Bodoni Moda"/>
                <a:ea typeface="Bodoni Moda"/>
                <a:cs typeface="Bodoni Moda"/>
                <a:sym typeface="Bodoni Moda"/>
              </a:defRPr>
            </a:lvl2pPr>
            <a:lvl3pPr lvl="2" algn="ctr">
              <a:lnSpc>
                <a:spcPct val="100000"/>
              </a:lnSpc>
              <a:spcBef>
                <a:spcPts val="0"/>
              </a:spcBef>
              <a:spcAft>
                <a:spcPts val="0"/>
              </a:spcAft>
              <a:buSzPts val="4700"/>
              <a:buFont typeface="Bodoni Moda"/>
              <a:buNone/>
              <a:defRPr sz="4700">
                <a:latin typeface="Bodoni Moda"/>
                <a:ea typeface="Bodoni Moda"/>
                <a:cs typeface="Bodoni Moda"/>
                <a:sym typeface="Bodoni Moda"/>
              </a:defRPr>
            </a:lvl3pPr>
            <a:lvl4pPr lvl="3" algn="ctr">
              <a:lnSpc>
                <a:spcPct val="100000"/>
              </a:lnSpc>
              <a:spcBef>
                <a:spcPts val="0"/>
              </a:spcBef>
              <a:spcAft>
                <a:spcPts val="0"/>
              </a:spcAft>
              <a:buSzPts val="4700"/>
              <a:buFont typeface="Bodoni Moda"/>
              <a:buNone/>
              <a:defRPr sz="4700">
                <a:latin typeface="Bodoni Moda"/>
                <a:ea typeface="Bodoni Moda"/>
                <a:cs typeface="Bodoni Moda"/>
                <a:sym typeface="Bodoni Moda"/>
              </a:defRPr>
            </a:lvl4pPr>
            <a:lvl5pPr lvl="4" algn="ctr">
              <a:lnSpc>
                <a:spcPct val="100000"/>
              </a:lnSpc>
              <a:spcBef>
                <a:spcPts val="0"/>
              </a:spcBef>
              <a:spcAft>
                <a:spcPts val="0"/>
              </a:spcAft>
              <a:buSzPts val="4700"/>
              <a:buFont typeface="Bodoni Moda"/>
              <a:buNone/>
              <a:defRPr sz="4700">
                <a:latin typeface="Bodoni Moda"/>
                <a:ea typeface="Bodoni Moda"/>
                <a:cs typeface="Bodoni Moda"/>
                <a:sym typeface="Bodoni Moda"/>
              </a:defRPr>
            </a:lvl5pPr>
            <a:lvl6pPr lvl="5" algn="ctr">
              <a:lnSpc>
                <a:spcPct val="100000"/>
              </a:lnSpc>
              <a:spcBef>
                <a:spcPts val="0"/>
              </a:spcBef>
              <a:spcAft>
                <a:spcPts val="0"/>
              </a:spcAft>
              <a:buSzPts val="4700"/>
              <a:buFont typeface="Bodoni Moda"/>
              <a:buNone/>
              <a:defRPr sz="4700">
                <a:latin typeface="Bodoni Moda"/>
                <a:ea typeface="Bodoni Moda"/>
                <a:cs typeface="Bodoni Moda"/>
                <a:sym typeface="Bodoni Moda"/>
              </a:defRPr>
            </a:lvl6pPr>
            <a:lvl7pPr lvl="6" algn="ctr">
              <a:lnSpc>
                <a:spcPct val="100000"/>
              </a:lnSpc>
              <a:spcBef>
                <a:spcPts val="0"/>
              </a:spcBef>
              <a:spcAft>
                <a:spcPts val="0"/>
              </a:spcAft>
              <a:buSzPts val="4700"/>
              <a:buFont typeface="Bodoni Moda"/>
              <a:buNone/>
              <a:defRPr sz="4700">
                <a:latin typeface="Bodoni Moda"/>
                <a:ea typeface="Bodoni Moda"/>
                <a:cs typeface="Bodoni Moda"/>
                <a:sym typeface="Bodoni Moda"/>
              </a:defRPr>
            </a:lvl7pPr>
            <a:lvl8pPr lvl="7" algn="ctr">
              <a:lnSpc>
                <a:spcPct val="100000"/>
              </a:lnSpc>
              <a:spcBef>
                <a:spcPts val="0"/>
              </a:spcBef>
              <a:spcAft>
                <a:spcPts val="0"/>
              </a:spcAft>
              <a:buSzPts val="4700"/>
              <a:buFont typeface="Bodoni Moda"/>
              <a:buNone/>
              <a:defRPr sz="4700">
                <a:latin typeface="Bodoni Moda"/>
                <a:ea typeface="Bodoni Moda"/>
                <a:cs typeface="Bodoni Moda"/>
                <a:sym typeface="Bodoni Moda"/>
              </a:defRPr>
            </a:lvl8pPr>
            <a:lvl9pPr lvl="8" algn="ctr">
              <a:lnSpc>
                <a:spcPct val="100000"/>
              </a:lnSpc>
              <a:spcBef>
                <a:spcPts val="0"/>
              </a:spcBef>
              <a:spcAft>
                <a:spcPts val="0"/>
              </a:spcAft>
              <a:buSzPts val="4700"/>
              <a:buFont typeface="Bodoni Moda"/>
              <a:buNone/>
              <a:defRPr sz="4700">
                <a:latin typeface="Bodoni Moda"/>
                <a:ea typeface="Bodoni Moda"/>
                <a:cs typeface="Bodoni Moda"/>
                <a:sym typeface="Bodoni Moda"/>
              </a:defRPr>
            </a:lvl9pPr>
          </a:lstStyle>
          <a:p>
            <a:endParaRPr/>
          </a:p>
        </p:txBody>
      </p:sp>
      <p:sp>
        <p:nvSpPr>
          <p:cNvPr id="41" name="Google Shape;41;p64"/>
          <p:cNvSpPr txBox="1">
            <a:spLocks noGrp="1"/>
          </p:cNvSpPr>
          <p:nvPr>
            <p:ph type="title" idx="14"/>
          </p:nvPr>
        </p:nvSpPr>
        <p:spPr>
          <a:xfrm>
            <a:off x="6697733" y="2296636"/>
            <a:ext cx="1071900" cy="990300"/>
          </a:xfrm>
          <a:prstGeom prst="rect">
            <a:avLst/>
          </a:prstGeom>
          <a:solidFill>
            <a:schemeClr val="accent1"/>
          </a:solidFill>
          <a:ln>
            <a:noFill/>
          </a:ln>
        </p:spPr>
        <p:txBody>
          <a:bodyPr spcFirstLastPara="1" wrap="square" lIns="91425" tIns="45700" rIns="91425" bIns="45700" anchor="b" anchorCtr="0">
            <a:normAutofit/>
          </a:bodyPr>
          <a:lstStyle>
            <a:lvl1pPr lvl="0" algn="ctr">
              <a:lnSpc>
                <a:spcPct val="90000"/>
              </a:lnSpc>
              <a:spcBef>
                <a:spcPts val="0"/>
              </a:spcBef>
              <a:spcAft>
                <a:spcPts val="0"/>
              </a:spcAft>
              <a:buSzPts val="4700"/>
              <a:buFont typeface="Bodoni Moda"/>
              <a:buNone/>
              <a:defRPr sz="4700">
                <a:latin typeface="Bodoni Moda"/>
                <a:ea typeface="Bodoni Moda"/>
                <a:cs typeface="Bodoni Moda"/>
                <a:sym typeface="Bodoni Moda"/>
              </a:defRPr>
            </a:lvl1pPr>
            <a:lvl2pPr lvl="1" algn="ctr">
              <a:lnSpc>
                <a:spcPct val="100000"/>
              </a:lnSpc>
              <a:spcBef>
                <a:spcPts val="0"/>
              </a:spcBef>
              <a:spcAft>
                <a:spcPts val="0"/>
              </a:spcAft>
              <a:buSzPts val="4700"/>
              <a:buFont typeface="Bodoni Moda"/>
              <a:buNone/>
              <a:defRPr sz="4700">
                <a:latin typeface="Bodoni Moda"/>
                <a:ea typeface="Bodoni Moda"/>
                <a:cs typeface="Bodoni Moda"/>
                <a:sym typeface="Bodoni Moda"/>
              </a:defRPr>
            </a:lvl2pPr>
            <a:lvl3pPr lvl="2" algn="ctr">
              <a:lnSpc>
                <a:spcPct val="100000"/>
              </a:lnSpc>
              <a:spcBef>
                <a:spcPts val="0"/>
              </a:spcBef>
              <a:spcAft>
                <a:spcPts val="0"/>
              </a:spcAft>
              <a:buSzPts val="4700"/>
              <a:buFont typeface="Bodoni Moda"/>
              <a:buNone/>
              <a:defRPr sz="4700">
                <a:latin typeface="Bodoni Moda"/>
                <a:ea typeface="Bodoni Moda"/>
                <a:cs typeface="Bodoni Moda"/>
                <a:sym typeface="Bodoni Moda"/>
              </a:defRPr>
            </a:lvl3pPr>
            <a:lvl4pPr lvl="3" algn="ctr">
              <a:lnSpc>
                <a:spcPct val="100000"/>
              </a:lnSpc>
              <a:spcBef>
                <a:spcPts val="0"/>
              </a:spcBef>
              <a:spcAft>
                <a:spcPts val="0"/>
              </a:spcAft>
              <a:buSzPts val="4700"/>
              <a:buFont typeface="Bodoni Moda"/>
              <a:buNone/>
              <a:defRPr sz="4700">
                <a:latin typeface="Bodoni Moda"/>
                <a:ea typeface="Bodoni Moda"/>
                <a:cs typeface="Bodoni Moda"/>
                <a:sym typeface="Bodoni Moda"/>
              </a:defRPr>
            </a:lvl4pPr>
            <a:lvl5pPr lvl="4" algn="ctr">
              <a:lnSpc>
                <a:spcPct val="100000"/>
              </a:lnSpc>
              <a:spcBef>
                <a:spcPts val="0"/>
              </a:spcBef>
              <a:spcAft>
                <a:spcPts val="0"/>
              </a:spcAft>
              <a:buSzPts val="4700"/>
              <a:buFont typeface="Bodoni Moda"/>
              <a:buNone/>
              <a:defRPr sz="4700">
                <a:latin typeface="Bodoni Moda"/>
                <a:ea typeface="Bodoni Moda"/>
                <a:cs typeface="Bodoni Moda"/>
                <a:sym typeface="Bodoni Moda"/>
              </a:defRPr>
            </a:lvl5pPr>
            <a:lvl6pPr lvl="5" algn="ctr">
              <a:lnSpc>
                <a:spcPct val="100000"/>
              </a:lnSpc>
              <a:spcBef>
                <a:spcPts val="0"/>
              </a:spcBef>
              <a:spcAft>
                <a:spcPts val="0"/>
              </a:spcAft>
              <a:buSzPts val="4700"/>
              <a:buFont typeface="Bodoni Moda"/>
              <a:buNone/>
              <a:defRPr sz="4700">
                <a:latin typeface="Bodoni Moda"/>
                <a:ea typeface="Bodoni Moda"/>
                <a:cs typeface="Bodoni Moda"/>
                <a:sym typeface="Bodoni Moda"/>
              </a:defRPr>
            </a:lvl6pPr>
            <a:lvl7pPr lvl="6" algn="ctr">
              <a:lnSpc>
                <a:spcPct val="100000"/>
              </a:lnSpc>
              <a:spcBef>
                <a:spcPts val="0"/>
              </a:spcBef>
              <a:spcAft>
                <a:spcPts val="0"/>
              </a:spcAft>
              <a:buSzPts val="4700"/>
              <a:buFont typeface="Bodoni Moda"/>
              <a:buNone/>
              <a:defRPr sz="4700">
                <a:latin typeface="Bodoni Moda"/>
                <a:ea typeface="Bodoni Moda"/>
                <a:cs typeface="Bodoni Moda"/>
                <a:sym typeface="Bodoni Moda"/>
              </a:defRPr>
            </a:lvl7pPr>
            <a:lvl8pPr lvl="7" algn="ctr">
              <a:lnSpc>
                <a:spcPct val="100000"/>
              </a:lnSpc>
              <a:spcBef>
                <a:spcPts val="0"/>
              </a:spcBef>
              <a:spcAft>
                <a:spcPts val="0"/>
              </a:spcAft>
              <a:buSzPts val="4700"/>
              <a:buFont typeface="Bodoni Moda"/>
              <a:buNone/>
              <a:defRPr sz="4700">
                <a:latin typeface="Bodoni Moda"/>
                <a:ea typeface="Bodoni Moda"/>
                <a:cs typeface="Bodoni Moda"/>
                <a:sym typeface="Bodoni Moda"/>
              </a:defRPr>
            </a:lvl8pPr>
            <a:lvl9pPr lvl="8" algn="ctr">
              <a:lnSpc>
                <a:spcPct val="100000"/>
              </a:lnSpc>
              <a:spcBef>
                <a:spcPts val="0"/>
              </a:spcBef>
              <a:spcAft>
                <a:spcPts val="0"/>
              </a:spcAft>
              <a:buSzPts val="4700"/>
              <a:buFont typeface="Bodoni Moda"/>
              <a:buNone/>
              <a:defRPr sz="4700">
                <a:latin typeface="Bodoni Moda"/>
                <a:ea typeface="Bodoni Moda"/>
                <a:cs typeface="Bodoni Moda"/>
                <a:sym typeface="Bodoni Moda"/>
              </a:defRPr>
            </a:lvl9pPr>
          </a:lstStyle>
          <a:p>
            <a:endParaRPr/>
          </a:p>
        </p:txBody>
      </p:sp>
      <p:sp>
        <p:nvSpPr>
          <p:cNvPr id="42" name="Google Shape;42;p64"/>
          <p:cNvSpPr txBox="1">
            <a:spLocks noGrp="1"/>
          </p:cNvSpPr>
          <p:nvPr>
            <p:ph type="title" idx="15"/>
          </p:nvPr>
        </p:nvSpPr>
        <p:spPr>
          <a:xfrm>
            <a:off x="6697733" y="4025500"/>
            <a:ext cx="1071900" cy="990300"/>
          </a:xfrm>
          <a:prstGeom prst="rect">
            <a:avLst/>
          </a:prstGeom>
          <a:solidFill>
            <a:schemeClr val="accent1"/>
          </a:solidFill>
          <a:ln>
            <a:noFill/>
          </a:ln>
        </p:spPr>
        <p:txBody>
          <a:bodyPr spcFirstLastPara="1" wrap="square" lIns="91425" tIns="45700" rIns="91425" bIns="45700" anchor="b" anchorCtr="0">
            <a:normAutofit/>
          </a:bodyPr>
          <a:lstStyle>
            <a:lvl1pPr lvl="0" algn="ctr">
              <a:lnSpc>
                <a:spcPct val="90000"/>
              </a:lnSpc>
              <a:spcBef>
                <a:spcPts val="0"/>
              </a:spcBef>
              <a:spcAft>
                <a:spcPts val="0"/>
              </a:spcAft>
              <a:buSzPts val="4700"/>
              <a:buFont typeface="Bodoni Moda"/>
              <a:buNone/>
              <a:defRPr sz="4700">
                <a:latin typeface="Bodoni Moda"/>
                <a:ea typeface="Bodoni Moda"/>
                <a:cs typeface="Bodoni Moda"/>
                <a:sym typeface="Bodoni Moda"/>
              </a:defRPr>
            </a:lvl1pPr>
            <a:lvl2pPr lvl="1" algn="ctr">
              <a:lnSpc>
                <a:spcPct val="100000"/>
              </a:lnSpc>
              <a:spcBef>
                <a:spcPts val="0"/>
              </a:spcBef>
              <a:spcAft>
                <a:spcPts val="0"/>
              </a:spcAft>
              <a:buSzPts val="4700"/>
              <a:buFont typeface="Bodoni Moda"/>
              <a:buNone/>
              <a:defRPr sz="4700">
                <a:latin typeface="Bodoni Moda"/>
                <a:ea typeface="Bodoni Moda"/>
                <a:cs typeface="Bodoni Moda"/>
                <a:sym typeface="Bodoni Moda"/>
              </a:defRPr>
            </a:lvl2pPr>
            <a:lvl3pPr lvl="2" algn="ctr">
              <a:lnSpc>
                <a:spcPct val="100000"/>
              </a:lnSpc>
              <a:spcBef>
                <a:spcPts val="0"/>
              </a:spcBef>
              <a:spcAft>
                <a:spcPts val="0"/>
              </a:spcAft>
              <a:buSzPts val="4700"/>
              <a:buFont typeface="Bodoni Moda"/>
              <a:buNone/>
              <a:defRPr sz="4700">
                <a:latin typeface="Bodoni Moda"/>
                <a:ea typeface="Bodoni Moda"/>
                <a:cs typeface="Bodoni Moda"/>
                <a:sym typeface="Bodoni Moda"/>
              </a:defRPr>
            </a:lvl3pPr>
            <a:lvl4pPr lvl="3" algn="ctr">
              <a:lnSpc>
                <a:spcPct val="100000"/>
              </a:lnSpc>
              <a:spcBef>
                <a:spcPts val="0"/>
              </a:spcBef>
              <a:spcAft>
                <a:spcPts val="0"/>
              </a:spcAft>
              <a:buSzPts val="4700"/>
              <a:buFont typeface="Bodoni Moda"/>
              <a:buNone/>
              <a:defRPr sz="4700">
                <a:latin typeface="Bodoni Moda"/>
                <a:ea typeface="Bodoni Moda"/>
                <a:cs typeface="Bodoni Moda"/>
                <a:sym typeface="Bodoni Moda"/>
              </a:defRPr>
            </a:lvl4pPr>
            <a:lvl5pPr lvl="4" algn="ctr">
              <a:lnSpc>
                <a:spcPct val="100000"/>
              </a:lnSpc>
              <a:spcBef>
                <a:spcPts val="0"/>
              </a:spcBef>
              <a:spcAft>
                <a:spcPts val="0"/>
              </a:spcAft>
              <a:buSzPts val="4700"/>
              <a:buFont typeface="Bodoni Moda"/>
              <a:buNone/>
              <a:defRPr sz="4700">
                <a:latin typeface="Bodoni Moda"/>
                <a:ea typeface="Bodoni Moda"/>
                <a:cs typeface="Bodoni Moda"/>
                <a:sym typeface="Bodoni Moda"/>
              </a:defRPr>
            </a:lvl5pPr>
            <a:lvl6pPr lvl="5" algn="ctr">
              <a:lnSpc>
                <a:spcPct val="100000"/>
              </a:lnSpc>
              <a:spcBef>
                <a:spcPts val="0"/>
              </a:spcBef>
              <a:spcAft>
                <a:spcPts val="0"/>
              </a:spcAft>
              <a:buSzPts val="4700"/>
              <a:buFont typeface="Bodoni Moda"/>
              <a:buNone/>
              <a:defRPr sz="4700">
                <a:latin typeface="Bodoni Moda"/>
                <a:ea typeface="Bodoni Moda"/>
                <a:cs typeface="Bodoni Moda"/>
                <a:sym typeface="Bodoni Moda"/>
              </a:defRPr>
            </a:lvl6pPr>
            <a:lvl7pPr lvl="6" algn="ctr">
              <a:lnSpc>
                <a:spcPct val="100000"/>
              </a:lnSpc>
              <a:spcBef>
                <a:spcPts val="0"/>
              </a:spcBef>
              <a:spcAft>
                <a:spcPts val="0"/>
              </a:spcAft>
              <a:buSzPts val="4700"/>
              <a:buFont typeface="Bodoni Moda"/>
              <a:buNone/>
              <a:defRPr sz="4700">
                <a:latin typeface="Bodoni Moda"/>
                <a:ea typeface="Bodoni Moda"/>
                <a:cs typeface="Bodoni Moda"/>
                <a:sym typeface="Bodoni Moda"/>
              </a:defRPr>
            </a:lvl7pPr>
            <a:lvl8pPr lvl="7" algn="ctr">
              <a:lnSpc>
                <a:spcPct val="100000"/>
              </a:lnSpc>
              <a:spcBef>
                <a:spcPts val="0"/>
              </a:spcBef>
              <a:spcAft>
                <a:spcPts val="0"/>
              </a:spcAft>
              <a:buSzPts val="4700"/>
              <a:buFont typeface="Bodoni Moda"/>
              <a:buNone/>
              <a:defRPr sz="4700">
                <a:latin typeface="Bodoni Moda"/>
                <a:ea typeface="Bodoni Moda"/>
                <a:cs typeface="Bodoni Moda"/>
                <a:sym typeface="Bodoni Moda"/>
              </a:defRPr>
            </a:lvl8pPr>
            <a:lvl9pPr lvl="8" algn="ctr">
              <a:lnSpc>
                <a:spcPct val="100000"/>
              </a:lnSpc>
              <a:spcBef>
                <a:spcPts val="0"/>
              </a:spcBef>
              <a:spcAft>
                <a:spcPts val="0"/>
              </a:spcAft>
              <a:buSzPts val="4700"/>
              <a:buFont typeface="Bodoni Moda"/>
              <a:buNone/>
              <a:defRPr sz="4700">
                <a:latin typeface="Bodoni Moda"/>
                <a:ea typeface="Bodoni Moda"/>
                <a:cs typeface="Bodoni Moda"/>
                <a:sym typeface="Bodoni Moda"/>
              </a:defRPr>
            </a:lvl9pPr>
          </a:lstStyle>
          <a:p>
            <a:endParaRPr/>
          </a:p>
        </p:txBody>
      </p:sp>
      <p:sp>
        <p:nvSpPr>
          <p:cNvPr id="43" name="Google Shape;43;p64"/>
          <p:cNvSpPr/>
          <p:nvPr/>
        </p:nvSpPr>
        <p:spPr>
          <a:xfrm>
            <a:off x="414967" y="501133"/>
            <a:ext cx="1071900" cy="1071900"/>
          </a:xfrm>
          <a:prstGeom prst="star8">
            <a:avLst>
              <a:gd name="adj" fmla="val 24675"/>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4" name="Google Shape;44;p64"/>
          <p:cNvCxnSpPr>
            <a:stCxn id="43" idx="2"/>
          </p:cNvCxnSpPr>
          <p:nvPr/>
        </p:nvCxnSpPr>
        <p:spPr>
          <a:xfrm>
            <a:off x="950917" y="1573033"/>
            <a:ext cx="0" cy="5460300"/>
          </a:xfrm>
          <a:prstGeom prst="straightConnector1">
            <a:avLst/>
          </a:prstGeom>
          <a:noFill/>
          <a:ln w="19050" cap="flat" cmpd="sng">
            <a:solidFill>
              <a:schemeClr val="accent1"/>
            </a:solidFill>
            <a:prstDash val="solid"/>
            <a:round/>
            <a:headEnd type="none" w="sm" len="sm"/>
            <a:tailEnd type="none" w="sm" len="sm"/>
          </a:ln>
        </p:spPr>
      </p:cxnSp>
      <p:grpSp>
        <p:nvGrpSpPr>
          <p:cNvPr id="45" name="Google Shape;45;p64"/>
          <p:cNvGrpSpPr/>
          <p:nvPr/>
        </p:nvGrpSpPr>
        <p:grpSpPr>
          <a:xfrm>
            <a:off x="1518662" y="5939602"/>
            <a:ext cx="9660958" cy="385590"/>
            <a:chOff x="1139025" y="4454813"/>
            <a:chExt cx="7245900" cy="289200"/>
          </a:xfrm>
        </p:grpSpPr>
        <p:cxnSp>
          <p:nvCxnSpPr>
            <p:cNvPr id="46" name="Google Shape;46;p64"/>
            <p:cNvCxnSpPr/>
            <p:nvPr/>
          </p:nvCxnSpPr>
          <p:spPr>
            <a:xfrm>
              <a:off x="1139025" y="4599425"/>
              <a:ext cx="7245900" cy="0"/>
            </a:xfrm>
            <a:prstGeom prst="straightConnector1">
              <a:avLst/>
            </a:prstGeom>
            <a:noFill/>
            <a:ln w="19050" cap="flat" cmpd="sng">
              <a:solidFill>
                <a:schemeClr val="accent1"/>
              </a:solidFill>
              <a:prstDash val="solid"/>
              <a:round/>
              <a:headEnd type="none" w="sm" len="sm"/>
              <a:tailEnd type="none" w="sm" len="sm"/>
            </a:ln>
          </p:spPr>
        </p:cxnSp>
        <p:sp>
          <p:nvSpPr>
            <p:cNvPr id="47" name="Google Shape;47;p64"/>
            <p:cNvSpPr/>
            <p:nvPr/>
          </p:nvSpPr>
          <p:spPr>
            <a:xfrm rot="5400000">
              <a:off x="7507775" y="4507463"/>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p64"/>
            <p:cNvSpPr/>
            <p:nvPr/>
          </p:nvSpPr>
          <p:spPr>
            <a:xfrm rot="5400000">
              <a:off x="7828050" y="4507463"/>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p64"/>
            <p:cNvSpPr/>
            <p:nvPr/>
          </p:nvSpPr>
          <p:spPr>
            <a:xfrm rot="5400000">
              <a:off x="8148325" y="4507463"/>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 name="Google Shape;50;p64"/>
            <p:cNvSpPr/>
            <p:nvPr/>
          </p:nvSpPr>
          <p:spPr>
            <a:xfrm rot="5400000">
              <a:off x="4107125" y="4507463"/>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64"/>
            <p:cNvSpPr/>
            <p:nvPr/>
          </p:nvSpPr>
          <p:spPr>
            <a:xfrm rot="5400000">
              <a:off x="4427400" y="4507463"/>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64"/>
            <p:cNvSpPr/>
            <p:nvPr/>
          </p:nvSpPr>
          <p:spPr>
            <a:xfrm rot="5400000">
              <a:off x="4747675" y="4507463"/>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3"/>
        <p:cNvGrpSpPr/>
        <p:nvPr/>
      </p:nvGrpSpPr>
      <p:grpSpPr>
        <a:xfrm>
          <a:off x="0" y="0"/>
          <a:ext cx="0" cy="0"/>
          <a:chOff x="0" y="0"/>
          <a:chExt cx="0" cy="0"/>
        </a:xfrm>
      </p:grpSpPr>
      <p:sp>
        <p:nvSpPr>
          <p:cNvPr id="54" name="Google Shape;54;p65"/>
          <p:cNvSpPr txBox="1">
            <a:spLocks noGrp="1"/>
          </p:cNvSpPr>
          <p:nvPr>
            <p:ph type="title"/>
          </p:nvPr>
        </p:nvSpPr>
        <p:spPr>
          <a:xfrm>
            <a:off x="3056600" y="3275967"/>
            <a:ext cx="6078900" cy="908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SzPts val="6400"/>
              <a:buNone/>
              <a:defRPr sz="6400"/>
            </a:lvl1pPr>
            <a:lvl2pPr lvl="1" algn="ctr">
              <a:lnSpc>
                <a:spcPct val="100000"/>
              </a:lnSpc>
              <a:spcBef>
                <a:spcPts val="0"/>
              </a:spcBef>
              <a:spcAft>
                <a:spcPts val="0"/>
              </a:spcAft>
              <a:buSzPts val="6400"/>
              <a:buNone/>
              <a:defRPr sz="6400"/>
            </a:lvl2pPr>
            <a:lvl3pPr lvl="2" algn="ctr">
              <a:lnSpc>
                <a:spcPct val="100000"/>
              </a:lnSpc>
              <a:spcBef>
                <a:spcPts val="0"/>
              </a:spcBef>
              <a:spcAft>
                <a:spcPts val="0"/>
              </a:spcAft>
              <a:buSzPts val="6400"/>
              <a:buNone/>
              <a:defRPr sz="6400"/>
            </a:lvl3pPr>
            <a:lvl4pPr lvl="3" algn="ctr">
              <a:lnSpc>
                <a:spcPct val="100000"/>
              </a:lnSpc>
              <a:spcBef>
                <a:spcPts val="0"/>
              </a:spcBef>
              <a:spcAft>
                <a:spcPts val="0"/>
              </a:spcAft>
              <a:buSzPts val="6400"/>
              <a:buNone/>
              <a:defRPr sz="6400"/>
            </a:lvl4pPr>
            <a:lvl5pPr lvl="4" algn="ctr">
              <a:lnSpc>
                <a:spcPct val="100000"/>
              </a:lnSpc>
              <a:spcBef>
                <a:spcPts val="0"/>
              </a:spcBef>
              <a:spcAft>
                <a:spcPts val="0"/>
              </a:spcAft>
              <a:buSzPts val="6400"/>
              <a:buNone/>
              <a:defRPr sz="6400"/>
            </a:lvl5pPr>
            <a:lvl6pPr lvl="5" algn="ctr">
              <a:lnSpc>
                <a:spcPct val="100000"/>
              </a:lnSpc>
              <a:spcBef>
                <a:spcPts val="0"/>
              </a:spcBef>
              <a:spcAft>
                <a:spcPts val="0"/>
              </a:spcAft>
              <a:buSzPts val="6400"/>
              <a:buNone/>
              <a:defRPr sz="6400"/>
            </a:lvl6pPr>
            <a:lvl7pPr lvl="6" algn="ctr">
              <a:lnSpc>
                <a:spcPct val="100000"/>
              </a:lnSpc>
              <a:spcBef>
                <a:spcPts val="0"/>
              </a:spcBef>
              <a:spcAft>
                <a:spcPts val="0"/>
              </a:spcAft>
              <a:buSzPts val="6400"/>
              <a:buNone/>
              <a:defRPr sz="6400"/>
            </a:lvl7pPr>
            <a:lvl8pPr lvl="7" algn="ctr">
              <a:lnSpc>
                <a:spcPct val="100000"/>
              </a:lnSpc>
              <a:spcBef>
                <a:spcPts val="0"/>
              </a:spcBef>
              <a:spcAft>
                <a:spcPts val="0"/>
              </a:spcAft>
              <a:buSzPts val="6400"/>
              <a:buNone/>
              <a:defRPr sz="6400"/>
            </a:lvl8pPr>
            <a:lvl9pPr lvl="8" algn="ctr">
              <a:lnSpc>
                <a:spcPct val="100000"/>
              </a:lnSpc>
              <a:spcBef>
                <a:spcPts val="0"/>
              </a:spcBef>
              <a:spcAft>
                <a:spcPts val="0"/>
              </a:spcAft>
              <a:buSzPts val="6400"/>
              <a:buNone/>
              <a:defRPr sz="6400"/>
            </a:lvl9pPr>
          </a:lstStyle>
          <a:p>
            <a:endParaRPr/>
          </a:p>
        </p:txBody>
      </p:sp>
      <p:sp>
        <p:nvSpPr>
          <p:cNvPr id="55" name="Google Shape;55;p65"/>
          <p:cNvSpPr txBox="1">
            <a:spLocks noGrp="1"/>
          </p:cNvSpPr>
          <p:nvPr>
            <p:ph type="subTitle" idx="1"/>
          </p:nvPr>
        </p:nvSpPr>
        <p:spPr>
          <a:xfrm>
            <a:off x="4144200" y="4410633"/>
            <a:ext cx="3903600" cy="9273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1000"/>
              </a:spcBef>
              <a:spcAft>
                <a:spcPts val="0"/>
              </a:spcAft>
              <a:buSzPts val="2300"/>
              <a:buNone/>
              <a:defRPr sz="2300"/>
            </a:lvl1pPr>
            <a:lvl2pPr lvl="1" algn="ctr">
              <a:lnSpc>
                <a:spcPct val="100000"/>
              </a:lnSpc>
              <a:spcBef>
                <a:spcPts val="500"/>
              </a:spcBef>
              <a:spcAft>
                <a:spcPts val="0"/>
              </a:spcAft>
              <a:buSzPts val="2300"/>
              <a:buNone/>
              <a:defRPr sz="2300"/>
            </a:lvl2pPr>
            <a:lvl3pPr lvl="2" algn="ctr">
              <a:lnSpc>
                <a:spcPct val="100000"/>
              </a:lnSpc>
              <a:spcBef>
                <a:spcPts val="500"/>
              </a:spcBef>
              <a:spcAft>
                <a:spcPts val="0"/>
              </a:spcAft>
              <a:buSzPts val="2300"/>
              <a:buNone/>
              <a:defRPr sz="2300"/>
            </a:lvl3pPr>
            <a:lvl4pPr lvl="3" algn="ctr">
              <a:lnSpc>
                <a:spcPct val="100000"/>
              </a:lnSpc>
              <a:spcBef>
                <a:spcPts val="500"/>
              </a:spcBef>
              <a:spcAft>
                <a:spcPts val="0"/>
              </a:spcAft>
              <a:buSzPts val="2300"/>
              <a:buNone/>
              <a:defRPr sz="2300"/>
            </a:lvl4pPr>
            <a:lvl5pPr lvl="4" algn="ctr">
              <a:lnSpc>
                <a:spcPct val="100000"/>
              </a:lnSpc>
              <a:spcBef>
                <a:spcPts val="500"/>
              </a:spcBef>
              <a:spcAft>
                <a:spcPts val="0"/>
              </a:spcAft>
              <a:buSzPts val="2300"/>
              <a:buNone/>
              <a:defRPr sz="2300"/>
            </a:lvl5pPr>
            <a:lvl6pPr lvl="5" algn="ctr">
              <a:lnSpc>
                <a:spcPct val="100000"/>
              </a:lnSpc>
              <a:spcBef>
                <a:spcPts val="500"/>
              </a:spcBef>
              <a:spcAft>
                <a:spcPts val="0"/>
              </a:spcAft>
              <a:buSzPts val="2300"/>
              <a:buNone/>
              <a:defRPr sz="2300"/>
            </a:lvl6pPr>
            <a:lvl7pPr lvl="6" algn="ctr">
              <a:lnSpc>
                <a:spcPct val="100000"/>
              </a:lnSpc>
              <a:spcBef>
                <a:spcPts val="500"/>
              </a:spcBef>
              <a:spcAft>
                <a:spcPts val="0"/>
              </a:spcAft>
              <a:buSzPts val="2300"/>
              <a:buNone/>
              <a:defRPr sz="2300"/>
            </a:lvl7pPr>
            <a:lvl8pPr lvl="7" algn="ctr">
              <a:lnSpc>
                <a:spcPct val="100000"/>
              </a:lnSpc>
              <a:spcBef>
                <a:spcPts val="500"/>
              </a:spcBef>
              <a:spcAft>
                <a:spcPts val="0"/>
              </a:spcAft>
              <a:buSzPts val="2300"/>
              <a:buNone/>
              <a:defRPr sz="2300"/>
            </a:lvl8pPr>
            <a:lvl9pPr lvl="8" algn="ctr">
              <a:lnSpc>
                <a:spcPct val="100000"/>
              </a:lnSpc>
              <a:spcBef>
                <a:spcPts val="500"/>
              </a:spcBef>
              <a:spcAft>
                <a:spcPts val="0"/>
              </a:spcAft>
              <a:buSzPts val="2300"/>
              <a:buNone/>
              <a:defRPr sz="2300"/>
            </a:lvl9pPr>
          </a:lstStyle>
          <a:p>
            <a:endParaRPr/>
          </a:p>
        </p:txBody>
      </p:sp>
      <p:sp>
        <p:nvSpPr>
          <p:cNvPr id="56" name="Google Shape;56;p65"/>
          <p:cNvSpPr txBox="1">
            <a:spLocks noGrp="1"/>
          </p:cNvSpPr>
          <p:nvPr>
            <p:ph type="title" idx="2"/>
          </p:nvPr>
        </p:nvSpPr>
        <p:spPr>
          <a:xfrm>
            <a:off x="5355400" y="1481256"/>
            <a:ext cx="1481100" cy="1482000"/>
          </a:xfrm>
          <a:prstGeom prst="rect">
            <a:avLst/>
          </a:prstGeom>
          <a:solidFill>
            <a:schemeClr val="accent1"/>
          </a:solidFill>
          <a:ln>
            <a:noFill/>
          </a:ln>
        </p:spPr>
        <p:txBody>
          <a:bodyPr spcFirstLastPara="1" wrap="square" lIns="91425" tIns="45700" rIns="91425" bIns="45700" anchor="b" anchorCtr="0">
            <a:normAutofit/>
          </a:bodyPr>
          <a:lstStyle>
            <a:lvl1pPr lvl="0" algn="ctr">
              <a:lnSpc>
                <a:spcPct val="90000"/>
              </a:lnSpc>
              <a:spcBef>
                <a:spcPts val="0"/>
              </a:spcBef>
              <a:spcAft>
                <a:spcPts val="0"/>
              </a:spcAft>
              <a:buSzPts val="6400"/>
              <a:buNone/>
              <a:defRPr sz="6400"/>
            </a:lvl1pPr>
            <a:lvl2pPr lvl="1" algn="ctr">
              <a:lnSpc>
                <a:spcPct val="100000"/>
              </a:lnSpc>
              <a:spcBef>
                <a:spcPts val="0"/>
              </a:spcBef>
              <a:spcAft>
                <a:spcPts val="0"/>
              </a:spcAft>
              <a:buSzPts val="6400"/>
              <a:buNone/>
              <a:defRPr sz="6400"/>
            </a:lvl2pPr>
            <a:lvl3pPr lvl="2" algn="ctr">
              <a:lnSpc>
                <a:spcPct val="100000"/>
              </a:lnSpc>
              <a:spcBef>
                <a:spcPts val="0"/>
              </a:spcBef>
              <a:spcAft>
                <a:spcPts val="0"/>
              </a:spcAft>
              <a:buSzPts val="6400"/>
              <a:buNone/>
              <a:defRPr sz="6400"/>
            </a:lvl3pPr>
            <a:lvl4pPr lvl="3" algn="ctr">
              <a:lnSpc>
                <a:spcPct val="100000"/>
              </a:lnSpc>
              <a:spcBef>
                <a:spcPts val="0"/>
              </a:spcBef>
              <a:spcAft>
                <a:spcPts val="0"/>
              </a:spcAft>
              <a:buSzPts val="6400"/>
              <a:buNone/>
              <a:defRPr sz="6400"/>
            </a:lvl4pPr>
            <a:lvl5pPr lvl="4" algn="ctr">
              <a:lnSpc>
                <a:spcPct val="100000"/>
              </a:lnSpc>
              <a:spcBef>
                <a:spcPts val="0"/>
              </a:spcBef>
              <a:spcAft>
                <a:spcPts val="0"/>
              </a:spcAft>
              <a:buSzPts val="6400"/>
              <a:buNone/>
              <a:defRPr sz="6400"/>
            </a:lvl5pPr>
            <a:lvl6pPr lvl="5" algn="ctr">
              <a:lnSpc>
                <a:spcPct val="100000"/>
              </a:lnSpc>
              <a:spcBef>
                <a:spcPts val="0"/>
              </a:spcBef>
              <a:spcAft>
                <a:spcPts val="0"/>
              </a:spcAft>
              <a:buSzPts val="6400"/>
              <a:buNone/>
              <a:defRPr sz="6400"/>
            </a:lvl6pPr>
            <a:lvl7pPr lvl="6" algn="ctr">
              <a:lnSpc>
                <a:spcPct val="100000"/>
              </a:lnSpc>
              <a:spcBef>
                <a:spcPts val="0"/>
              </a:spcBef>
              <a:spcAft>
                <a:spcPts val="0"/>
              </a:spcAft>
              <a:buSzPts val="6400"/>
              <a:buNone/>
              <a:defRPr sz="6400"/>
            </a:lvl7pPr>
            <a:lvl8pPr lvl="7" algn="ctr">
              <a:lnSpc>
                <a:spcPct val="100000"/>
              </a:lnSpc>
              <a:spcBef>
                <a:spcPts val="0"/>
              </a:spcBef>
              <a:spcAft>
                <a:spcPts val="0"/>
              </a:spcAft>
              <a:buSzPts val="6400"/>
              <a:buNone/>
              <a:defRPr sz="6400"/>
            </a:lvl8pPr>
            <a:lvl9pPr lvl="8" algn="ctr">
              <a:lnSpc>
                <a:spcPct val="100000"/>
              </a:lnSpc>
              <a:spcBef>
                <a:spcPts val="0"/>
              </a:spcBef>
              <a:spcAft>
                <a:spcPts val="0"/>
              </a:spcAft>
              <a:buSzPts val="6400"/>
              <a:buNone/>
              <a:defRPr sz="6400"/>
            </a:lvl9pPr>
          </a:lstStyle>
          <a:p>
            <a:endParaRPr/>
          </a:p>
        </p:txBody>
      </p:sp>
      <p:grpSp>
        <p:nvGrpSpPr>
          <p:cNvPr id="57" name="Google Shape;57;p65"/>
          <p:cNvGrpSpPr/>
          <p:nvPr/>
        </p:nvGrpSpPr>
        <p:grpSpPr>
          <a:xfrm>
            <a:off x="761881" y="720799"/>
            <a:ext cx="3488379" cy="3310684"/>
            <a:chOff x="571425" y="540613"/>
            <a:chExt cx="2616350" cy="2483075"/>
          </a:xfrm>
        </p:grpSpPr>
        <p:sp>
          <p:nvSpPr>
            <p:cNvPr id="58" name="Google Shape;58;p65"/>
            <p:cNvSpPr/>
            <p:nvPr/>
          </p:nvSpPr>
          <p:spPr>
            <a:xfrm>
              <a:off x="717275" y="540613"/>
              <a:ext cx="2470500" cy="2483075"/>
            </a:xfrm>
            <a:custGeom>
              <a:avLst/>
              <a:gdLst/>
              <a:ahLst/>
              <a:cxnLst/>
              <a:rect l="l" t="t" r="r" b="b"/>
              <a:pathLst>
                <a:path w="98820" h="99323" extrusionOk="0">
                  <a:moveTo>
                    <a:pt x="0" y="99323"/>
                  </a:moveTo>
                  <a:lnTo>
                    <a:pt x="0" y="0"/>
                  </a:lnTo>
                  <a:lnTo>
                    <a:pt x="98820" y="0"/>
                  </a:lnTo>
                </a:path>
              </a:pathLst>
            </a:custGeom>
            <a:noFill/>
            <a:ln w="19050" cap="flat" cmpd="sng">
              <a:solidFill>
                <a:schemeClr val="accent1"/>
              </a:solidFill>
              <a:prstDash val="solid"/>
              <a:round/>
              <a:headEnd type="none" w="sm" len="sm"/>
              <a:tailEnd type="none" w="sm" len="sm"/>
            </a:ln>
          </p:spPr>
        </p:sp>
        <p:sp>
          <p:nvSpPr>
            <p:cNvPr id="59" name="Google Shape;59;p65"/>
            <p:cNvSpPr/>
            <p:nvPr/>
          </p:nvSpPr>
          <p:spPr>
            <a:xfrm>
              <a:off x="583350" y="2010475"/>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60;p65"/>
            <p:cNvSpPr/>
            <p:nvPr/>
          </p:nvSpPr>
          <p:spPr>
            <a:xfrm>
              <a:off x="583350" y="1690200"/>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65"/>
            <p:cNvSpPr/>
            <p:nvPr/>
          </p:nvSpPr>
          <p:spPr>
            <a:xfrm>
              <a:off x="571425" y="1369925"/>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2" name="Google Shape;62;p65"/>
          <p:cNvGrpSpPr/>
          <p:nvPr/>
        </p:nvGrpSpPr>
        <p:grpSpPr>
          <a:xfrm>
            <a:off x="9969882" y="4635916"/>
            <a:ext cx="4444239" cy="4444174"/>
            <a:chOff x="-1157850" y="-1175191"/>
            <a:chExt cx="2325853" cy="2325818"/>
          </a:xfrm>
        </p:grpSpPr>
        <p:sp>
          <p:nvSpPr>
            <p:cNvPr id="63" name="Google Shape;63;p65"/>
            <p:cNvSpPr/>
            <p:nvPr/>
          </p:nvSpPr>
          <p:spPr>
            <a:xfrm>
              <a:off x="-1157850" y="-1175191"/>
              <a:ext cx="2325853" cy="2325818"/>
            </a:xfrm>
            <a:custGeom>
              <a:avLst/>
              <a:gdLst/>
              <a:ahLst/>
              <a:cxnLst/>
              <a:rect l="l" t="t" r="r" b="b"/>
              <a:pathLst>
                <a:path w="67819" h="67818" fill="none" extrusionOk="0">
                  <a:moveTo>
                    <a:pt x="55741" y="12077"/>
                  </a:moveTo>
                  <a:cubicBezTo>
                    <a:pt x="67818" y="24133"/>
                    <a:pt x="67818" y="43684"/>
                    <a:pt x="55741" y="55741"/>
                  </a:cubicBezTo>
                  <a:cubicBezTo>
                    <a:pt x="43685" y="67818"/>
                    <a:pt x="24134" y="67818"/>
                    <a:pt x="12078" y="55741"/>
                  </a:cubicBezTo>
                  <a:cubicBezTo>
                    <a:pt x="1" y="43684"/>
                    <a:pt x="1" y="24133"/>
                    <a:pt x="12078" y="12077"/>
                  </a:cubicBezTo>
                  <a:cubicBezTo>
                    <a:pt x="24134" y="0"/>
                    <a:pt x="43685" y="0"/>
                    <a:pt x="55741" y="12077"/>
                  </a:cubicBezTo>
                  <a:close/>
                </a:path>
              </a:pathLst>
            </a:custGeom>
            <a:noFill/>
            <a:ln w="19050" cap="flat" cmpd="sng">
              <a:solidFill>
                <a:schemeClr val="dk1"/>
              </a:solidFill>
              <a:prstDash val="solid"/>
              <a:miter lim="20365"/>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p65"/>
            <p:cNvSpPr/>
            <p:nvPr/>
          </p:nvSpPr>
          <p:spPr>
            <a:xfrm>
              <a:off x="-969954" y="-987329"/>
              <a:ext cx="1950048" cy="1950082"/>
            </a:xfrm>
            <a:custGeom>
              <a:avLst/>
              <a:gdLst/>
              <a:ahLst/>
              <a:cxnLst/>
              <a:rect l="l" t="t" r="r" b="b"/>
              <a:pathLst>
                <a:path w="56861" h="56862" fill="none" extrusionOk="0">
                  <a:moveTo>
                    <a:pt x="46739" y="10122"/>
                  </a:moveTo>
                  <a:cubicBezTo>
                    <a:pt x="56861" y="20224"/>
                    <a:pt x="56861" y="36638"/>
                    <a:pt x="46739" y="46740"/>
                  </a:cubicBezTo>
                  <a:cubicBezTo>
                    <a:pt x="36638" y="56861"/>
                    <a:pt x="20223" y="56861"/>
                    <a:pt x="10122" y="46740"/>
                  </a:cubicBezTo>
                  <a:cubicBezTo>
                    <a:pt x="0" y="36638"/>
                    <a:pt x="0" y="20224"/>
                    <a:pt x="10122" y="10122"/>
                  </a:cubicBezTo>
                  <a:cubicBezTo>
                    <a:pt x="20223" y="1"/>
                    <a:pt x="36638" y="1"/>
                    <a:pt x="46739" y="10122"/>
                  </a:cubicBezTo>
                  <a:close/>
                </a:path>
              </a:pathLst>
            </a:custGeom>
            <a:noFill/>
            <a:ln w="19050" cap="flat" cmpd="sng">
              <a:solidFill>
                <a:schemeClr val="dk1"/>
              </a:solidFill>
              <a:prstDash val="solid"/>
              <a:miter lim="20365"/>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65"/>
            <p:cNvSpPr/>
            <p:nvPr/>
          </p:nvSpPr>
          <p:spPr>
            <a:xfrm>
              <a:off x="-782092" y="-799467"/>
              <a:ext cx="1574312" cy="1574312"/>
            </a:xfrm>
            <a:custGeom>
              <a:avLst/>
              <a:gdLst/>
              <a:ahLst/>
              <a:cxnLst/>
              <a:rect l="l" t="t" r="r" b="b"/>
              <a:pathLst>
                <a:path w="45905" h="45905" fill="none" extrusionOk="0">
                  <a:moveTo>
                    <a:pt x="37738" y="8167"/>
                  </a:moveTo>
                  <a:cubicBezTo>
                    <a:pt x="45905" y="16334"/>
                    <a:pt x="45905" y="29572"/>
                    <a:pt x="37738" y="37738"/>
                  </a:cubicBezTo>
                  <a:cubicBezTo>
                    <a:pt x="29571" y="45905"/>
                    <a:pt x="16334" y="45905"/>
                    <a:pt x="8167" y="37738"/>
                  </a:cubicBezTo>
                  <a:cubicBezTo>
                    <a:pt x="0" y="29572"/>
                    <a:pt x="0" y="16334"/>
                    <a:pt x="8167" y="8167"/>
                  </a:cubicBezTo>
                  <a:cubicBezTo>
                    <a:pt x="16334" y="1"/>
                    <a:pt x="29571" y="1"/>
                    <a:pt x="37738" y="8167"/>
                  </a:cubicBezTo>
                  <a:close/>
                </a:path>
              </a:pathLst>
            </a:custGeom>
            <a:noFill/>
            <a:ln w="19050" cap="flat" cmpd="sng">
              <a:solidFill>
                <a:schemeClr val="dk1"/>
              </a:solidFill>
              <a:prstDash val="solid"/>
              <a:miter lim="20365"/>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66;p65"/>
            <p:cNvSpPr/>
            <p:nvPr/>
          </p:nvSpPr>
          <p:spPr>
            <a:xfrm>
              <a:off x="-617962" y="-636023"/>
              <a:ext cx="1246760" cy="1247446"/>
            </a:xfrm>
            <a:custGeom>
              <a:avLst/>
              <a:gdLst/>
              <a:ahLst/>
              <a:cxnLst/>
              <a:rect l="l" t="t" r="r" b="b"/>
              <a:pathLst>
                <a:path w="36354" h="36374" fill="none" extrusionOk="0">
                  <a:moveTo>
                    <a:pt x="25926" y="4277"/>
                  </a:moveTo>
                  <a:cubicBezTo>
                    <a:pt x="33604" y="8554"/>
                    <a:pt x="36353" y="18248"/>
                    <a:pt x="32076" y="25926"/>
                  </a:cubicBezTo>
                  <a:cubicBezTo>
                    <a:pt x="27799" y="33624"/>
                    <a:pt x="18105" y="36373"/>
                    <a:pt x="10428" y="32097"/>
                  </a:cubicBezTo>
                  <a:cubicBezTo>
                    <a:pt x="2750" y="27799"/>
                    <a:pt x="0" y="18105"/>
                    <a:pt x="4277" y="10428"/>
                  </a:cubicBezTo>
                  <a:cubicBezTo>
                    <a:pt x="8554" y="2750"/>
                    <a:pt x="18248" y="0"/>
                    <a:pt x="25926" y="4277"/>
                  </a:cubicBezTo>
                  <a:close/>
                </a:path>
              </a:pathLst>
            </a:custGeom>
            <a:noFill/>
            <a:ln w="19050" cap="flat" cmpd="sng">
              <a:solidFill>
                <a:schemeClr val="dk1"/>
              </a:solidFill>
              <a:prstDash val="solid"/>
              <a:miter lim="20365"/>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65"/>
            <p:cNvSpPr/>
            <p:nvPr/>
          </p:nvSpPr>
          <p:spPr>
            <a:xfrm>
              <a:off x="-423104" y="-440479"/>
              <a:ext cx="856312" cy="856312"/>
            </a:xfrm>
            <a:custGeom>
              <a:avLst/>
              <a:gdLst/>
              <a:ahLst/>
              <a:cxnLst/>
              <a:rect l="l" t="t" r="r" b="b"/>
              <a:pathLst>
                <a:path w="24969" h="24969" fill="none" extrusionOk="0">
                  <a:moveTo>
                    <a:pt x="17861" y="2974"/>
                  </a:moveTo>
                  <a:cubicBezTo>
                    <a:pt x="23115" y="5948"/>
                    <a:pt x="24969" y="12607"/>
                    <a:pt x="21995" y="17861"/>
                  </a:cubicBezTo>
                  <a:cubicBezTo>
                    <a:pt x="19042" y="23116"/>
                    <a:pt x="12362" y="24969"/>
                    <a:pt x="7108" y="21996"/>
                  </a:cubicBezTo>
                  <a:cubicBezTo>
                    <a:pt x="1854" y="19022"/>
                    <a:pt x="0" y="12363"/>
                    <a:pt x="2974" y="7108"/>
                  </a:cubicBezTo>
                  <a:cubicBezTo>
                    <a:pt x="5947" y="1854"/>
                    <a:pt x="12607" y="1"/>
                    <a:pt x="17861" y="2974"/>
                  </a:cubicBezTo>
                  <a:close/>
                </a:path>
              </a:pathLst>
            </a:custGeom>
            <a:noFill/>
            <a:ln w="19050" cap="flat" cmpd="sng">
              <a:solidFill>
                <a:schemeClr val="dk1"/>
              </a:solidFill>
              <a:prstDash val="solid"/>
              <a:miter lim="20365"/>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68;p65"/>
            <p:cNvSpPr/>
            <p:nvPr/>
          </p:nvSpPr>
          <p:spPr>
            <a:xfrm>
              <a:off x="-226155" y="-243530"/>
              <a:ext cx="463085" cy="462399"/>
            </a:xfrm>
            <a:custGeom>
              <a:avLst/>
              <a:gdLst/>
              <a:ahLst/>
              <a:cxnLst/>
              <a:rect l="l" t="t" r="r" b="b"/>
              <a:pathLst>
                <a:path w="13503" h="13483" fill="none" extrusionOk="0">
                  <a:moveTo>
                    <a:pt x="11609" y="3341"/>
                  </a:moveTo>
                  <a:cubicBezTo>
                    <a:pt x="13503" y="6029"/>
                    <a:pt x="12851" y="9736"/>
                    <a:pt x="10163" y="11609"/>
                  </a:cubicBezTo>
                  <a:cubicBezTo>
                    <a:pt x="7475" y="13483"/>
                    <a:pt x="3768" y="12831"/>
                    <a:pt x="1895" y="10143"/>
                  </a:cubicBezTo>
                  <a:cubicBezTo>
                    <a:pt x="0" y="7455"/>
                    <a:pt x="652" y="3769"/>
                    <a:pt x="3340" y="1875"/>
                  </a:cubicBezTo>
                  <a:cubicBezTo>
                    <a:pt x="6029" y="1"/>
                    <a:pt x="9735" y="653"/>
                    <a:pt x="11609" y="3341"/>
                  </a:cubicBezTo>
                  <a:close/>
                </a:path>
              </a:pathLst>
            </a:custGeom>
            <a:noFill/>
            <a:ln w="19050" cap="flat" cmpd="sng">
              <a:solidFill>
                <a:schemeClr val="dk1"/>
              </a:solidFill>
              <a:prstDash val="solid"/>
              <a:miter lim="20365"/>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New Section Slide" type="title">
  <p:cSld name="TITLE">
    <p:bg>
      <p:bgPr>
        <a:blipFill>
          <a:blip r:embed="rId2">
            <a:alphaModFix/>
          </a:blip>
          <a:stretch>
            <a:fillRect/>
          </a:stretch>
        </a:blipFill>
        <a:effectLst/>
      </p:bgPr>
    </p:bg>
    <p:spTree>
      <p:nvGrpSpPr>
        <p:cNvPr id="1" name="Shape 72"/>
        <p:cNvGrpSpPr/>
        <p:nvPr/>
      </p:nvGrpSpPr>
      <p:grpSpPr>
        <a:xfrm>
          <a:off x="0" y="0"/>
          <a:ext cx="0" cy="0"/>
          <a:chOff x="0" y="0"/>
          <a:chExt cx="0" cy="0"/>
        </a:xfrm>
      </p:grpSpPr>
      <p:sp>
        <p:nvSpPr>
          <p:cNvPr id="73" name="Google Shape;73;g28a13e41bf2_0_95"/>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rgbClr val="582C83"/>
              </a:buClr>
              <a:buSzPts val="6000"/>
              <a:buFont typeface="Libre Franklin Medium"/>
              <a:buNone/>
              <a:defRPr sz="6000">
                <a:solidFill>
                  <a:srgbClr val="582C83"/>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4" name="Google Shape;74;g28a13e41bf2_0_95"/>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accent2"/>
              </a:buClr>
              <a:buSzPts val="2400"/>
              <a:buNone/>
              <a:defRPr sz="2400">
                <a:solidFill>
                  <a:schemeClr val="accent2"/>
                </a:solidFill>
              </a:defRPr>
            </a:lvl1pPr>
            <a:lvl2pPr lvl="1" algn="ctr" rtl="0">
              <a:lnSpc>
                <a:spcPct val="90000"/>
              </a:lnSpc>
              <a:spcBef>
                <a:spcPts val="500"/>
              </a:spcBef>
              <a:spcAft>
                <a:spcPts val="0"/>
              </a:spcAft>
              <a:buClr>
                <a:schemeClr val="accent2"/>
              </a:buClr>
              <a:buSzPts val="2000"/>
              <a:buNone/>
              <a:defRPr sz="2000"/>
            </a:lvl2pPr>
            <a:lvl3pPr lvl="2" algn="ctr" rtl="0">
              <a:lnSpc>
                <a:spcPct val="90000"/>
              </a:lnSpc>
              <a:spcBef>
                <a:spcPts val="500"/>
              </a:spcBef>
              <a:spcAft>
                <a:spcPts val="0"/>
              </a:spcAft>
              <a:buClr>
                <a:schemeClr val="accent2"/>
              </a:buClr>
              <a:buSzPts val="1800"/>
              <a:buNone/>
              <a:defRPr sz="1800"/>
            </a:lvl3pPr>
            <a:lvl4pPr lvl="3" algn="ctr" rtl="0">
              <a:lnSpc>
                <a:spcPct val="90000"/>
              </a:lnSpc>
              <a:spcBef>
                <a:spcPts val="500"/>
              </a:spcBef>
              <a:spcAft>
                <a:spcPts val="0"/>
              </a:spcAft>
              <a:buClr>
                <a:schemeClr val="accent2"/>
              </a:buClr>
              <a:buSzPts val="1600"/>
              <a:buNone/>
              <a:defRPr sz="1600"/>
            </a:lvl4pPr>
            <a:lvl5pPr lvl="4" algn="ctr" rtl="0">
              <a:lnSpc>
                <a:spcPct val="90000"/>
              </a:lnSpc>
              <a:spcBef>
                <a:spcPts val="500"/>
              </a:spcBef>
              <a:spcAft>
                <a:spcPts val="0"/>
              </a:spcAft>
              <a:buClr>
                <a:schemeClr val="accent2"/>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ontent" type="obj">
  <p:cSld name="OBJECT">
    <p:bg>
      <p:bgPr>
        <a:blipFill>
          <a:blip r:embed="rId2">
            <a:alphaModFix/>
          </a:blip>
          <a:stretch>
            <a:fillRect/>
          </a:stretch>
        </a:blipFill>
        <a:effectLst/>
      </p:bgPr>
    </p:bg>
    <p:spTree>
      <p:nvGrpSpPr>
        <p:cNvPr id="1" name="Shape 75"/>
        <p:cNvGrpSpPr/>
        <p:nvPr/>
      </p:nvGrpSpPr>
      <p:grpSpPr>
        <a:xfrm>
          <a:off x="0" y="0"/>
          <a:ext cx="0" cy="0"/>
          <a:chOff x="0" y="0"/>
          <a:chExt cx="0" cy="0"/>
        </a:xfrm>
      </p:grpSpPr>
      <p:sp>
        <p:nvSpPr>
          <p:cNvPr id="76" name="Google Shape;76;g28a13e41bf2_0_9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rgbClr val="582C83"/>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7" name="Google Shape;77;g28a13e41bf2_0_9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accent2"/>
              </a:buClr>
              <a:buSzPts val="1800"/>
              <a:buChar char="•"/>
              <a:defRPr/>
            </a:lvl1pPr>
            <a:lvl2pPr marL="914400" lvl="1" indent="-342900" algn="l" rtl="0">
              <a:lnSpc>
                <a:spcPct val="90000"/>
              </a:lnSpc>
              <a:spcBef>
                <a:spcPts val="500"/>
              </a:spcBef>
              <a:spcAft>
                <a:spcPts val="0"/>
              </a:spcAft>
              <a:buClr>
                <a:schemeClr val="accent2"/>
              </a:buClr>
              <a:buSzPts val="1800"/>
              <a:buChar char="•"/>
              <a:defRPr/>
            </a:lvl2pPr>
            <a:lvl3pPr marL="1371600" lvl="2" indent="-342900" algn="l" rtl="0">
              <a:lnSpc>
                <a:spcPct val="90000"/>
              </a:lnSpc>
              <a:spcBef>
                <a:spcPts val="500"/>
              </a:spcBef>
              <a:spcAft>
                <a:spcPts val="0"/>
              </a:spcAft>
              <a:buClr>
                <a:schemeClr val="accent2"/>
              </a:buClr>
              <a:buSzPts val="1800"/>
              <a:buChar char="•"/>
              <a:defRPr/>
            </a:lvl3pPr>
            <a:lvl4pPr marL="1828800" lvl="3" indent="-342900" algn="l" rtl="0">
              <a:lnSpc>
                <a:spcPct val="90000"/>
              </a:lnSpc>
              <a:spcBef>
                <a:spcPts val="500"/>
              </a:spcBef>
              <a:spcAft>
                <a:spcPts val="0"/>
              </a:spcAft>
              <a:buClr>
                <a:schemeClr val="accent2"/>
              </a:buClr>
              <a:buSzPts val="1800"/>
              <a:buChar char="•"/>
              <a:defRPr/>
            </a:lvl4pPr>
            <a:lvl5pPr marL="2286000" lvl="4" indent="-342900" algn="l" rtl="0">
              <a:lnSpc>
                <a:spcPct val="90000"/>
              </a:lnSpc>
              <a:spcBef>
                <a:spcPts val="500"/>
              </a:spcBef>
              <a:spcAft>
                <a:spcPts val="0"/>
              </a:spcAft>
              <a:buClr>
                <a:schemeClr val="accent2"/>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Purple">
  <p:cSld name="Title Slide-Purple">
    <p:bg>
      <p:bgPr>
        <a:blipFill>
          <a:blip r:embed="rId2">
            <a:alphaModFix/>
          </a:blip>
          <a:stretch>
            <a:fillRect/>
          </a:stretch>
        </a:blipFill>
        <a:effectLst/>
      </p:bgPr>
    </p:bg>
    <p:spTree>
      <p:nvGrpSpPr>
        <p:cNvPr id="1" name="Shape 78"/>
        <p:cNvGrpSpPr/>
        <p:nvPr/>
      </p:nvGrpSpPr>
      <p:grpSpPr>
        <a:xfrm>
          <a:off x="0" y="0"/>
          <a:ext cx="0" cy="0"/>
          <a:chOff x="0" y="0"/>
          <a:chExt cx="0" cy="0"/>
        </a:xfrm>
      </p:grpSpPr>
      <p:sp>
        <p:nvSpPr>
          <p:cNvPr id="79" name="Google Shape;79;g28a13e41bf2_0_101"/>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lt1"/>
              </a:buClr>
              <a:buSzPts val="6000"/>
              <a:buFont typeface="Libre Franklin Medium"/>
              <a:buNone/>
              <a:defRPr sz="6000">
                <a:solidFill>
                  <a:schemeClr val="lt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80" name="Google Shape;80;g28a13e41bf2_0_101"/>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lt1"/>
              </a:buClr>
              <a:buSzPts val="2400"/>
              <a:buNone/>
              <a:defRPr sz="2400">
                <a:solidFill>
                  <a:schemeClr val="lt1"/>
                </a:solidFill>
              </a:defRPr>
            </a:lvl1pPr>
            <a:lvl2pPr lvl="1" algn="ctr" rtl="0">
              <a:lnSpc>
                <a:spcPct val="90000"/>
              </a:lnSpc>
              <a:spcBef>
                <a:spcPts val="500"/>
              </a:spcBef>
              <a:spcAft>
                <a:spcPts val="0"/>
              </a:spcAft>
              <a:buClr>
                <a:schemeClr val="accent2"/>
              </a:buClr>
              <a:buSzPts val="2000"/>
              <a:buNone/>
              <a:defRPr sz="2000"/>
            </a:lvl2pPr>
            <a:lvl3pPr lvl="2" algn="ctr" rtl="0">
              <a:lnSpc>
                <a:spcPct val="90000"/>
              </a:lnSpc>
              <a:spcBef>
                <a:spcPts val="500"/>
              </a:spcBef>
              <a:spcAft>
                <a:spcPts val="0"/>
              </a:spcAft>
              <a:buClr>
                <a:schemeClr val="accent2"/>
              </a:buClr>
              <a:buSzPts val="1800"/>
              <a:buNone/>
              <a:defRPr sz="1800"/>
            </a:lvl3pPr>
            <a:lvl4pPr lvl="3" algn="ctr" rtl="0">
              <a:lnSpc>
                <a:spcPct val="90000"/>
              </a:lnSpc>
              <a:spcBef>
                <a:spcPts val="500"/>
              </a:spcBef>
              <a:spcAft>
                <a:spcPts val="0"/>
              </a:spcAft>
              <a:buClr>
                <a:schemeClr val="accent2"/>
              </a:buClr>
              <a:buSzPts val="1600"/>
              <a:buNone/>
              <a:defRPr sz="1600"/>
            </a:lvl4pPr>
            <a:lvl5pPr lvl="4" algn="ctr" rtl="0">
              <a:lnSpc>
                <a:spcPct val="90000"/>
              </a:lnSpc>
              <a:spcBef>
                <a:spcPts val="500"/>
              </a:spcBef>
              <a:spcAft>
                <a:spcPts val="0"/>
              </a:spcAft>
              <a:buClr>
                <a:schemeClr val="accent2"/>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 type="twoObj">
  <p:cSld name="TWO_OBJECTS">
    <p:bg>
      <p:bgPr>
        <a:blipFill>
          <a:blip r:embed="rId2">
            <a:alphaModFix/>
          </a:blip>
          <a:stretch>
            <a:fillRect/>
          </a:stretch>
        </a:blipFill>
        <a:effectLst/>
      </p:bgPr>
    </p:bg>
    <p:spTree>
      <p:nvGrpSpPr>
        <p:cNvPr id="1" name="Shape 81"/>
        <p:cNvGrpSpPr/>
        <p:nvPr/>
      </p:nvGrpSpPr>
      <p:grpSpPr>
        <a:xfrm>
          <a:off x="0" y="0"/>
          <a:ext cx="0" cy="0"/>
          <a:chOff x="0" y="0"/>
          <a:chExt cx="0" cy="0"/>
        </a:xfrm>
      </p:grpSpPr>
      <p:sp>
        <p:nvSpPr>
          <p:cNvPr id="82" name="Google Shape;82;g28a13e41bf2_0_10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rgbClr val="582C83"/>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83" name="Google Shape;83;g28a13e41bf2_0_104"/>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accent2"/>
              </a:buClr>
              <a:buSzPts val="1800"/>
              <a:buChar char="•"/>
              <a:defRPr/>
            </a:lvl1pPr>
            <a:lvl2pPr marL="914400" lvl="1" indent="-342900" algn="l" rtl="0">
              <a:lnSpc>
                <a:spcPct val="90000"/>
              </a:lnSpc>
              <a:spcBef>
                <a:spcPts val="500"/>
              </a:spcBef>
              <a:spcAft>
                <a:spcPts val="0"/>
              </a:spcAft>
              <a:buClr>
                <a:schemeClr val="accent2"/>
              </a:buClr>
              <a:buSzPts val="1800"/>
              <a:buChar char="•"/>
              <a:defRPr/>
            </a:lvl2pPr>
            <a:lvl3pPr marL="1371600" lvl="2" indent="-342900" algn="l" rtl="0">
              <a:lnSpc>
                <a:spcPct val="90000"/>
              </a:lnSpc>
              <a:spcBef>
                <a:spcPts val="500"/>
              </a:spcBef>
              <a:spcAft>
                <a:spcPts val="0"/>
              </a:spcAft>
              <a:buClr>
                <a:schemeClr val="accent2"/>
              </a:buClr>
              <a:buSzPts val="1800"/>
              <a:buChar char="•"/>
              <a:defRPr/>
            </a:lvl3pPr>
            <a:lvl4pPr marL="1828800" lvl="3" indent="-342900" algn="l" rtl="0">
              <a:lnSpc>
                <a:spcPct val="90000"/>
              </a:lnSpc>
              <a:spcBef>
                <a:spcPts val="500"/>
              </a:spcBef>
              <a:spcAft>
                <a:spcPts val="0"/>
              </a:spcAft>
              <a:buClr>
                <a:schemeClr val="accent2"/>
              </a:buClr>
              <a:buSzPts val="1800"/>
              <a:buChar char="•"/>
              <a:defRPr/>
            </a:lvl4pPr>
            <a:lvl5pPr marL="2286000" lvl="4" indent="-342900" algn="l" rtl="0">
              <a:lnSpc>
                <a:spcPct val="90000"/>
              </a:lnSpc>
              <a:spcBef>
                <a:spcPts val="500"/>
              </a:spcBef>
              <a:spcAft>
                <a:spcPts val="0"/>
              </a:spcAft>
              <a:buClr>
                <a:schemeClr val="accent2"/>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84" name="Google Shape;84;g28a13e41bf2_0_104"/>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accent2"/>
              </a:buClr>
              <a:buSzPts val="1800"/>
              <a:buChar char="•"/>
              <a:defRPr/>
            </a:lvl1pPr>
            <a:lvl2pPr marL="914400" lvl="1" indent="-342900" algn="l" rtl="0">
              <a:lnSpc>
                <a:spcPct val="90000"/>
              </a:lnSpc>
              <a:spcBef>
                <a:spcPts val="500"/>
              </a:spcBef>
              <a:spcAft>
                <a:spcPts val="0"/>
              </a:spcAft>
              <a:buClr>
                <a:schemeClr val="accent2"/>
              </a:buClr>
              <a:buSzPts val="1800"/>
              <a:buChar char="•"/>
              <a:defRPr/>
            </a:lvl2pPr>
            <a:lvl3pPr marL="1371600" lvl="2" indent="-342900" algn="l" rtl="0">
              <a:lnSpc>
                <a:spcPct val="90000"/>
              </a:lnSpc>
              <a:spcBef>
                <a:spcPts val="500"/>
              </a:spcBef>
              <a:spcAft>
                <a:spcPts val="0"/>
              </a:spcAft>
              <a:buClr>
                <a:schemeClr val="accent2"/>
              </a:buClr>
              <a:buSzPts val="1800"/>
              <a:buChar char="•"/>
              <a:defRPr/>
            </a:lvl3pPr>
            <a:lvl4pPr marL="1828800" lvl="3" indent="-342900" algn="l" rtl="0">
              <a:lnSpc>
                <a:spcPct val="90000"/>
              </a:lnSpc>
              <a:spcBef>
                <a:spcPts val="500"/>
              </a:spcBef>
              <a:spcAft>
                <a:spcPts val="0"/>
              </a:spcAft>
              <a:buClr>
                <a:schemeClr val="accent2"/>
              </a:buClr>
              <a:buSzPts val="1800"/>
              <a:buChar char="•"/>
              <a:defRPr/>
            </a:lvl4pPr>
            <a:lvl5pPr marL="2286000" lvl="4" indent="-342900" algn="l" rtl="0">
              <a:lnSpc>
                <a:spcPct val="90000"/>
              </a:lnSpc>
              <a:spcBef>
                <a:spcPts val="500"/>
              </a:spcBef>
              <a:spcAft>
                <a:spcPts val="0"/>
              </a:spcAft>
              <a:buClr>
                <a:schemeClr val="accent2"/>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White">
  <p:cSld name="Title Slide-White">
    <p:bg>
      <p:bgPr>
        <a:blipFill>
          <a:blip r:embed="rId2">
            <a:alphaModFix/>
          </a:blip>
          <a:stretch>
            <a:fillRect/>
          </a:stretch>
        </a:blipFill>
        <a:effectLst/>
      </p:bgPr>
    </p:bg>
    <p:spTree>
      <p:nvGrpSpPr>
        <p:cNvPr id="1" name="Shape 85"/>
        <p:cNvGrpSpPr/>
        <p:nvPr/>
      </p:nvGrpSpPr>
      <p:grpSpPr>
        <a:xfrm>
          <a:off x="0" y="0"/>
          <a:ext cx="0" cy="0"/>
          <a:chOff x="0" y="0"/>
          <a:chExt cx="0" cy="0"/>
        </a:xfrm>
      </p:grpSpPr>
      <p:sp>
        <p:nvSpPr>
          <p:cNvPr id="86" name="Google Shape;86;g28a13e41bf2_0_108"/>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rgbClr val="582C83"/>
              </a:buClr>
              <a:buSzPts val="6000"/>
              <a:buFont typeface="Libre Franklin Medium"/>
              <a:buNone/>
              <a:defRPr sz="60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87" name="Google Shape;87;g28a13e41bf2_0_108"/>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solidFill>
                  <a:schemeClr val="dk1"/>
                </a:solidFill>
              </a:defRPr>
            </a:lvl1pPr>
            <a:lvl2pPr lvl="1" algn="ctr" rtl="0">
              <a:lnSpc>
                <a:spcPct val="90000"/>
              </a:lnSpc>
              <a:spcBef>
                <a:spcPts val="500"/>
              </a:spcBef>
              <a:spcAft>
                <a:spcPts val="0"/>
              </a:spcAft>
              <a:buClr>
                <a:schemeClr val="accent2"/>
              </a:buClr>
              <a:buSzPts val="2000"/>
              <a:buNone/>
              <a:defRPr sz="2000"/>
            </a:lvl2pPr>
            <a:lvl3pPr lvl="2" algn="ctr" rtl="0">
              <a:lnSpc>
                <a:spcPct val="90000"/>
              </a:lnSpc>
              <a:spcBef>
                <a:spcPts val="500"/>
              </a:spcBef>
              <a:spcAft>
                <a:spcPts val="0"/>
              </a:spcAft>
              <a:buClr>
                <a:schemeClr val="accent2"/>
              </a:buClr>
              <a:buSzPts val="1800"/>
              <a:buNone/>
              <a:defRPr sz="1800"/>
            </a:lvl3pPr>
            <a:lvl4pPr lvl="3" algn="ctr" rtl="0">
              <a:lnSpc>
                <a:spcPct val="90000"/>
              </a:lnSpc>
              <a:spcBef>
                <a:spcPts val="500"/>
              </a:spcBef>
              <a:spcAft>
                <a:spcPts val="0"/>
              </a:spcAft>
              <a:buClr>
                <a:schemeClr val="accent2"/>
              </a:buClr>
              <a:buSzPts val="1600"/>
              <a:buNone/>
              <a:defRPr sz="1600"/>
            </a:lvl4pPr>
            <a:lvl5pPr lvl="4" algn="ctr" rtl="0">
              <a:lnSpc>
                <a:spcPct val="90000"/>
              </a:lnSpc>
              <a:spcBef>
                <a:spcPts val="500"/>
              </a:spcBef>
              <a:spcAft>
                <a:spcPts val="0"/>
              </a:spcAft>
              <a:buClr>
                <a:schemeClr val="accent2"/>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88"/>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89"/>
        <p:cNvGrpSpPr/>
        <p:nvPr/>
      </p:nvGrpSpPr>
      <p:grpSpPr>
        <a:xfrm>
          <a:off x="0" y="0"/>
          <a:ext cx="0" cy="0"/>
          <a:chOff x="0" y="0"/>
          <a:chExt cx="0" cy="0"/>
        </a:xfrm>
      </p:grpSpPr>
      <p:sp>
        <p:nvSpPr>
          <p:cNvPr id="90" name="Google Shape;90;g28a13e41bf2_0_112"/>
          <p:cNvSpPr txBox="1">
            <a:spLocks noGrp="1"/>
          </p:cNvSpPr>
          <p:nvPr>
            <p:ph type="title"/>
          </p:nvPr>
        </p:nvSpPr>
        <p:spPr>
          <a:xfrm>
            <a:off x="950967" y="719367"/>
            <a:ext cx="10290000" cy="637500"/>
          </a:xfrm>
          <a:prstGeom prst="rect">
            <a:avLst/>
          </a:prstGeom>
          <a:noFill/>
          <a:ln>
            <a:noFill/>
          </a:ln>
        </p:spPr>
        <p:txBody>
          <a:bodyPr spcFirstLastPara="1" wrap="square" lIns="91425" tIns="45700" rIns="91425" bIns="45700" anchor="t" anchorCtr="0">
            <a:normAutofit/>
          </a:bodyPr>
          <a:lstStyle>
            <a:lvl1pPr lvl="0" algn="l" rtl="0">
              <a:lnSpc>
                <a:spcPct val="90000"/>
              </a:lnSpc>
              <a:spcBef>
                <a:spcPts val="0"/>
              </a:spcBef>
              <a:spcAft>
                <a:spcPts val="0"/>
              </a:spcAft>
              <a:buSzPts val="4400"/>
              <a:buFont typeface="Bodoni Moda"/>
              <a:buNone/>
              <a:defRPr>
                <a:latin typeface="Bodoni Moda"/>
                <a:ea typeface="Bodoni Moda"/>
                <a:cs typeface="Bodoni Moda"/>
                <a:sym typeface="Bodoni Moda"/>
              </a:defRPr>
            </a:lvl1pPr>
            <a:lvl2pPr lvl="1" algn="l" rtl="0">
              <a:lnSpc>
                <a:spcPct val="100000"/>
              </a:lnSpc>
              <a:spcBef>
                <a:spcPts val="0"/>
              </a:spcBef>
              <a:spcAft>
                <a:spcPts val="0"/>
              </a:spcAft>
              <a:buSzPts val="1400"/>
              <a:buFont typeface="Bodoni Moda"/>
              <a:buNone/>
              <a:defRPr>
                <a:latin typeface="Bodoni Moda"/>
                <a:ea typeface="Bodoni Moda"/>
                <a:cs typeface="Bodoni Moda"/>
                <a:sym typeface="Bodoni Moda"/>
              </a:defRPr>
            </a:lvl2pPr>
            <a:lvl3pPr lvl="2" algn="l" rtl="0">
              <a:lnSpc>
                <a:spcPct val="100000"/>
              </a:lnSpc>
              <a:spcBef>
                <a:spcPts val="0"/>
              </a:spcBef>
              <a:spcAft>
                <a:spcPts val="0"/>
              </a:spcAft>
              <a:buSzPts val="1400"/>
              <a:buFont typeface="Bodoni Moda"/>
              <a:buNone/>
              <a:defRPr>
                <a:latin typeface="Bodoni Moda"/>
                <a:ea typeface="Bodoni Moda"/>
                <a:cs typeface="Bodoni Moda"/>
                <a:sym typeface="Bodoni Moda"/>
              </a:defRPr>
            </a:lvl3pPr>
            <a:lvl4pPr lvl="3" algn="l" rtl="0">
              <a:lnSpc>
                <a:spcPct val="100000"/>
              </a:lnSpc>
              <a:spcBef>
                <a:spcPts val="0"/>
              </a:spcBef>
              <a:spcAft>
                <a:spcPts val="0"/>
              </a:spcAft>
              <a:buSzPts val="1400"/>
              <a:buFont typeface="Bodoni Moda"/>
              <a:buNone/>
              <a:defRPr>
                <a:latin typeface="Bodoni Moda"/>
                <a:ea typeface="Bodoni Moda"/>
                <a:cs typeface="Bodoni Moda"/>
                <a:sym typeface="Bodoni Moda"/>
              </a:defRPr>
            </a:lvl4pPr>
            <a:lvl5pPr lvl="4" algn="l" rtl="0">
              <a:lnSpc>
                <a:spcPct val="100000"/>
              </a:lnSpc>
              <a:spcBef>
                <a:spcPts val="0"/>
              </a:spcBef>
              <a:spcAft>
                <a:spcPts val="0"/>
              </a:spcAft>
              <a:buSzPts val="1400"/>
              <a:buFont typeface="Bodoni Moda"/>
              <a:buNone/>
              <a:defRPr>
                <a:latin typeface="Bodoni Moda"/>
                <a:ea typeface="Bodoni Moda"/>
                <a:cs typeface="Bodoni Moda"/>
                <a:sym typeface="Bodoni Moda"/>
              </a:defRPr>
            </a:lvl5pPr>
            <a:lvl6pPr lvl="5" algn="l" rtl="0">
              <a:lnSpc>
                <a:spcPct val="100000"/>
              </a:lnSpc>
              <a:spcBef>
                <a:spcPts val="0"/>
              </a:spcBef>
              <a:spcAft>
                <a:spcPts val="0"/>
              </a:spcAft>
              <a:buSzPts val="1400"/>
              <a:buFont typeface="Bodoni Moda"/>
              <a:buNone/>
              <a:defRPr>
                <a:latin typeface="Bodoni Moda"/>
                <a:ea typeface="Bodoni Moda"/>
                <a:cs typeface="Bodoni Moda"/>
                <a:sym typeface="Bodoni Moda"/>
              </a:defRPr>
            </a:lvl6pPr>
            <a:lvl7pPr lvl="6" algn="l" rtl="0">
              <a:lnSpc>
                <a:spcPct val="100000"/>
              </a:lnSpc>
              <a:spcBef>
                <a:spcPts val="0"/>
              </a:spcBef>
              <a:spcAft>
                <a:spcPts val="0"/>
              </a:spcAft>
              <a:buSzPts val="1400"/>
              <a:buFont typeface="Bodoni Moda"/>
              <a:buNone/>
              <a:defRPr>
                <a:latin typeface="Bodoni Moda"/>
                <a:ea typeface="Bodoni Moda"/>
                <a:cs typeface="Bodoni Moda"/>
                <a:sym typeface="Bodoni Moda"/>
              </a:defRPr>
            </a:lvl7pPr>
            <a:lvl8pPr lvl="7" algn="l" rtl="0">
              <a:lnSpc>
                <a:spcPct val="100000"/>
              </a:lnSpc>
              <a:spcBef>
                <a:spcPts val="0"/>
              </a:spcBef>
              <a:spcAft>
                <a:spcPts val="0"/>
              </a:spcAft>
              <a:buSzPts val="1400"/>
              <a:buFont typeface="Bodoni Moda"/>
              <a:buNone/>
              <a:defRPr>
                <a:latin typeface="Bodoni Moda"/>
                <a:ea typeface="Bodoni Moda"/>
                <a:cs typeface="Bodoni Moda"/>
                <a:sym typeface="Bodoni Moda"/>
              </a:defRPr>
            </a:lvl8pPr>
            <a:lvl9pPr lvl="8" algn="l" rtl="0">
              <a:lnSpc>
                <a:spcPct val="100000"/>
              </a:lnSpc>
              <a:spcBef>
                <a:spcPts val="0"/>
              </a:spcBef>
              <a:spcAft>
                <a:spcPts val="0"/>
              </a:spcAft>
              <a:buSzPts val="1400"/>
              <a:buFont typeface="Bodoni Moda"/>
              <a:buNone/>
              <a:defRPr>
                <a:latin typeface="Bodoni Moda"/>
                <a:ea typeface="Bodoni Moda"/>
                <a:cs typeface="Bodoni Moda"/>
                <a:sym typeface="Bodoni Moda"/>
              </a:defRPr>
            </a:lvl9pPr>
          </a:lstStyle>
          <a:p>
            <a:endParaRPr/>
          </a:p>
        </p:txBody>
      </p:sp>
      <p:sp>
        <p:nvSpPr>
          <p:cNvPr id="91" name="Google Shape;91;g28a13e41bf2_0_112"/>
          <p:cNvSpPr txBox="1">
            <a:spLocks noGrp="1"/>
          </p:cNvSpPr>
          <p:nvPr>
            <p:ph type="subTitle" idx="1"/>
          </p:nvPr>
        </p:nvSpPr>
        <p:spPr>
          <a:xfrm>
            <a:off x="2673667" y="2749750"/>
            <a:ext cx="3302100" cy="622800"/>
          </a:xfrm>
          <a:prstGeom prst="rect">
            <a:avLst/>
          </a:prstGeom>
          <a:noFill/>
          <a:ln>
            <a:noFill/>
          </a:ln>
        </p:spPr>
        <p:txBody>
          <a:bodyPr spcFirstLastPara="1" wrap="square" lIns="91425" tIns="45700" rIns="91425" bIns="45700" anchor="t" anchorCtr="0">
            <a:normAutofit/>
          </a:bodyPr>
          <a:lstStyle>
            <a:lvl1pPr lvl="0" algn="l" rtl="0">
              <a:lnSpc>
                <a:spcPct val="100000"/>
              </a:lnSpc>
              <a:spcBef>
                <a:spcPts val="1000"/>
              </a:spcBef>
              <a:spcAft>
                <a:spcPts val="0"/>
              </a:spcAft>
              <a:buSzPts val="2800"/>
              <a:buNone/>
              <a:defRPr/>
            </a:lvl1pPr>
            <a:lvl2pPr lvl="1" algn="l" rtl="0">
              <a:lnSpc>
                <a:spcPct val="100000"/>
              </a:lnSpc>
              <a:spcBef>
                <a:spcPts val="500"/>
              </a:spcBef>
              <a:spcAft>
                <a:spcPts val="0"/>
              </a:spcAft>
              <a:buSzPts val="2400"/>
              <a:buNone/>
              <a:defRPr/>
            </a:lvl2pPr>
            <a:lvl3pPr lvl="2" algn="l" rtl="0">
              <a:lnSpc>
                <a:spcPct val="100000"/>
              </a:lnSpc>
              <a:spcBef>
                <a:spcPts val="500"/>
              </a:spcBef>
              <a:spcAft>
                <a:spcPts val="0"/>
              </a:spcAft>
              <a:buSzPts val="2000"/>
              <a:buNone/>
              <a:defRPr/>
            </a:lvl3pPr>
            <a:lvl4pPr lvl="3" algn="l" rtl="0">
              <a:lnSpc>
                <a:spcPct val="100000"/>
              </a:lnSpc>
              <a:spcBef>
                <a:spcPts val="500"/>
              </a:spcBef>
              <a:spcAft>
                <a:spcPts val="0"/>
              </a:spcAft>
              <a:buSzPts val="1800"/>
              <a:buNone/>
              <a:defRPr/>
            </a:lvl4pPr>
            <a:lvl5pPr lvl="4" algn="l" rtl="0">
              <a:lnSpc>
                <a:spcPct val="100000"/>
              </a:lnSpc>
              <a:spcBef>
                <a:spcPts val="500"/>
              </a:spcBef>
              <a:spcAft>
                <a:spcPts val="0"/>
              </a:spcAft>
              <a:buSzPts val="1800"/>
              <a:buNone/>
              <a:defRPr/>
            </a:lvl5pPr>
            <a:lvl6pPr lvl="5" algn="l" rtl="0">
              <a:lnSpc>
                <a:spcPct val="100000"/>
              </a:lnSpc>
              <a:spcBef>
                <a:spcPts val="500"/>
              </a:spcBef>
              <a:spcAft>
                <a:spcPts val="0"/>
              </a:spcAft>
              <a:buSzPts val="1800"/>
              <a:buNone/>
              <a:defRPr/>
            </a:lvl6pPr>
            <a:lvl7pPr lvl="6" algn="l" rtl="0">
              <a:lnSpc>
                <a:spcPct val="100000"/>
              </a:lnSpc>
              <a:spcBef>
                <a:spcPts val="500"/>
              </a:spcBef>
              <a:spcAft>
                <a:spcPts val="0"/>
              </a:spcAft>
              <a:buSzPts val="1800"/>
              <a:buNone/>
              <a:defRPr/>
            </a:lvl7pPr>
            <a:lvl8pPr lvl="7" algn="l" rtl="0">
              <a:lnSpc>
                <a:spcPct val="100000"/>
              </a:lnSpc>
              <a:spcBef>
                <a:spcPts val="500"/>
              </a:spcBef>
              <a:spcAft>
                <a:spcPts val="0"/>
              </a:spcAft>
              <a:buSzPts val="1800"/>
              <a:buNone/>
              <a:defRPr/>
            </a:lvl8pPr>
            <a:lvl9pPr lvl="8" algn="l" rtl="0">
              <a:lnSpc>
                <a:spcPct val="100000"/>
              </a:lnSpc>
              <a:spcBef>
                <a:spcPts val="500"/>
              </a:spcBef>
              <a:spcAft>
                <a:spcPts val="0"/>
              </a:spcAft>
              <a:buSzPts val="1800"/>
              <a:buNone/>
              <a:defRPr/>
            </a:lvl9pPr>
          </a:lstStyle>
          <a:p>
            <a:endParaRPr/>
          </a:p>
        </p:txBody>
      </p:sp>
      <p:sp>
        <p:nvSpPr>
          <p:cNvPr id="92" name="Google Shape;92;g28a13e41bf2_0_112"/>
          <p:cNvSpPr txBox="1">
            <a:spLocks noGrp="1"/>
          </p:cNvSpPr>
          <p:nvPr>
            <p:ph type="subTitle" idx="2"/>
          </p:nvPr>
        </p:nvSpPr>
        <p:spPr>
          <a:xfrm>
            <a:off x="2673667" y="2268683"/>
            <a:ext cx="3302100" cy="400800"/>
          </a:xfrm>
          <a:prstGeom prst="rect">
            <a:avLst/>
          </a:prstGeom>
          <a:noFill/>
          <a:ln>
            <a:noFill/>
          </a:ln>
        </p:spPr>
        <p:txBody>
          <a:bodyPr spcFirstLastPara="1" wrap="square" lIns="91425" tIns="45700" rIns="91425" bIns="45700" anchor="t" anchorCtr="0">
            <a:normAutofit/>
          </a:bodyPr>
          <a:lstStyle>
            <a:lvl1pPr lvl="0" algn="l" rtl="0">
              <a:lnSpc>
                <a:spcPct val="100000"/>
              </a:lnSpc>
              <a:spcBef>
                <a:spcPts val="10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1pPr>
            <a:lvl2pPr lvl="1" algn="l" rtl="0">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2pPr>
            <a:lvl3pPr lvl="2" algn="l" rtl="0">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3pPr>
            <a:lvl4pPr lvl="3" algn="l" rtl="0">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4pPr>
            <a:lvl5pPr lvl="4" algn="l" rtl="0">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5pPr>
            <a:lvl6pPr lvl="5" algn="l" rtl="0">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6pPr>
            <a:lvl7pPr lvl="6" algn="l" rtl="0">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7pPr>
            <a:lvl8pPr lvl="7" algn="l" rtl="0">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8pPr>
            <a:lvl9pPr lvl="8" algn="l" rtl="0">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9pPr>
          </a:lstStyle>
          <a:p>
            <a:endParaRPr/>
          </a:p>
        </p:txBody>
      </p:sp>
      <p:sp>
        <p:nvSpPr>
          <p:cNvPr id="93" name="Google Shape;93;g28a13e41bf2_0_112"/>
          <p:cNvSpPr txBox="1">
            <a:spLocks noGrp="1"/>
          </p:cNvSpPr>
          <p:nvPr>
            <p:ph type="subTitle" idx="3"/>
          </p:nvPr>
        </p:nvSpPr>
        <p:spPr>
          <a:xfrm>
            <a:off x="2673667" y="4463650"/>
            <a:ext cx="3302100" cy="622800"/>
          </a:xfrm>
          <a:prstGeom prst="rect">
            <a:avLst/>
          </a:prstGeom>
          <a:noFill/>
          <a:ln>
            <a:noFill/>
          </a:ln>
        </p:spPr>
        <p:txBody>
          <a:bodyPr spcFirstLastPara="1" wrap="square" lIns="91425" tIns="45700" rIns="91425" bIns="45700" anchor="t" anchorCtr="0">
            <a:normAutofit/>
          </a:bodyPr>
          <a:lstStyle>
            <a:lvl1pPr lvl="0" algn="l" rtl="0">
              <a:lnSpc>
                <a:spcPct val="100000"/>
              </a:lnSpc>
              <a:spcBef>
                <a:spcPts val="1000"/>
              </a:spcBef>
              <a:spcAft>
                <a:spcPts val="0"/>
              </a:spcAft>
              <a:buSzPts val="2800"/>
              <a:buNone/>
              <a:defRPr/>
            </a:lvl1pPr>
            <a:lvl2pPr lvl="1" algn="l" rtl="0">
              <a:lnSpc>
                <a:spcPct val="100000"/>
              </a:lnSpc>
              <a:spcBef>
                <a:spcPts val="500"/>
              </a:spcBef>
              <a:spcAft>
                <a:spcPts val="0"/>
              </a:spcAft>
              <a:buSzPts val="2400"/>
              <a:buNone/>
              <a:defRPr/>
            </a:lvl2pPr>
            <a:lvl3pPr lvl="2" algn="l" rtl="0">
              <a:lnSpc>
                <a:spcPct val="100000"/>
              </a:lnSpc>
              <a:spcBef>
                <a:spcPts val="500"/>
              </a:spcBef>
              <a:spcAft>
                <a:spcPts val="0"/>
              </a:spcAft>
              <a:buSzPts val="2000"/>
              <a:buNone/>
              <a:defRPr/>
            </a:lvl3pPr>
            <a:lvl4pPr lvl="3" algn="l" rtl="0">
              <a:lnSpc>
                <a:spcPct val="100000"/>
              </a:lnSpc>
              <a:spcBef>
                <a:spcPts val="500"/>
              </a:spcBef>
              <a:spcAft>
                <a:spcPts val="0"/>
              </a:spcAft>
              <a:buSzPts val="1800"/>
              <a:buNone/>
              <a:defRPr/>
            </a:lvl4pPr>
            <a:lvl5pPr lvl="4" algn="l" rtl="0">
              <a:lnSpc>
                <a:spcPct val="100000"/>
              </a:lnSpc>
              <a:spcBef>
                <a:spcPts val="500"/>
              </a:spcBef>
              <a:spcAft>
                <a:spcPts val="0"/>
              </a:spcAft>
              <a:buSzPts val="1800"/>
              <a:buNone/>
              <a:defRPr/>
            </a:lvl5pPr>
            <a:lvl6pPr lvl="5" algn="l" rtl="0">
              <a:lnSpc>
                <a:spcPct val="100000"/>
              </a:lnSpc>
              <a:spcBef>
                <a:spcPts val="500"/>
              </a:spcBef>
              <a:spcAft>
                <a:spcPts val="0"/>
              </a:spcAft>
              <a:buSzPts val="1800"/>
              <a:buNone/>
              <a:defRPr/>
            </a:lvl6pPr>
            <a:lvl7pPr lvl="6" algn="l" rtl="0">
              <a:lnSpc>
                <a:spcPct val="100000"/>
              </a:lnSpc>
              <a:spcBef>
                <a:spcPts val="500"/>
              </a:spcBef>
              <a:spcAft>
                <a:spcPts val="0"/>
              </a:spcAft>
              <a:buSzPts val="1800"/>
              <a:buNone/>
              <a:defRPr/>
            </a:lvl7pPr>
            <a:lvl8pPr lvl="7" algn="l" rtl="0">
              <a:lnSpc>
                <a:spcPct val="100000"/>
              </a:lnSpc>
              <a:spcBef>
                <a:spcPts val="500"/>
              </a:spcBef>
              <a:spcAft>
                <a:spcPts val="0"/>
              </a:spcAft>
              <a:buSzPts val="1800"/>
              <a:buNone/>
              <a:defRPr/>
            </a:lvl8pPr>
            <a:lvl9pPr lvl="8" algn="l" rtl="0">
              <a:lnSpc>
                <a:spcPct val="100000"/>
              </a:lnSpc>
              <a:spcBef>
                <a:spcPts val="500"/>
              </a:spcBef>
              <a:spcAft>
                <a:spcPts val="0"/>
              </a:spcAft>
              <a:buSzPts val="1800"/>
              <a:buNone/>
              <a:defRPr/>
            </a:lvl9pPr>
          </a:lstStyle>
          <a:p>
            <a:endParaRPr/>
          </a:p>
        </p:txBody>
      </p:sp>
      <p:sp>
        <p:nvSpPr>
          <p:cNvPr id="94" name="Google Shape;94;g28a13e41bf2_0_112"/>
          <p:cNvSpPr txBox="1">
            <a:spLocks noGrp="1"/>
          </p:cNvSpPr>
          <p:nvPr>
            <p:ph type="subTitle" idx="4"/>
          </p:nvPr>
        </p:nvSpPr>
        <p:spPr>
          <a:xfrm>
            <a:off x="2673667" y="3982583"/>
            <a:ext cx="3302100" cy="400800"/>
          </a:xfrm>
          <a:prstGeom prst="rect">
            <a:avLst/>
          </a:prstGeom>
          <a:noFill/>
          <a:ln>
            <a:noFill/>
          </a:ln>
        </p:spPr>
        <p:txBody>
          <a:bodyPr spcFirstLastPara="1" wrap="square" lIns="91425" tIns="45700" rIns="91425" bIns="45700" anchor="t" anchorCtr="0">
            <a:normAutofit/>
          </a:bodyPr>
          <a:lstStyle>
            <a:lvl1pPr lvl="0" algn="l" rtl="0">
              <a:lnSpc>
                <a:spcPct val="100000"/>
              </a:lnSpc>
              <a:spcBef>
                <a:spcPts val="10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1pPr>
            <a:lvl2pPr lvl="1" algn="l" rtl="0">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2pPr>
            <a:lvl3pPr lvl="2" algn="l" rtl="0">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3pPr>
            <a:lvl4pPr lvl="3" algn="l" rtl="0">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4pPr>
            <a:lvl5pPr lvl="4" algn="l" rtl="0">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5pPr>
            <a:lvl6pPr lvl="5" algn="l" rtl="0">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6pPr>
            <a:lvl7pPr lvl="6" algn="l" rtl="0">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7pPr>
            <a:lvl8pPr lvl="7" algn="l" rtl="0">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8pPr>
            <a:lvl9pPr lvl="8" algn="l" rtl="0">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9pPr>
          </a:lstStyle>
          <a:p>
            <a:endParaRPr/>
          </a:p>
        </p:txBody>
      </p:sp>
      <p:sp>
        <p:nvSpPr>
          <p:cNvPr id="95" name="Google Shape;95;g28a13e41bf2_0_112"/>
          <p:cNvSpPr txBox="1">
            <a:spLocks noGrp="1"/>
          </p:cNvSpPr>
          <p:nvPr>
            <p:ph type="subTitle" idx="5"/>
          </p:nvPr>
        </p:nvSpPr>
        <p:spPr>
          <a:xfrm>
            <a:off x="7864400" y="2749750"/>
            <a:ext cx="3302100" cy="622800"/>
          </a:xfrm>
          <a:prstGeom prst="rect">
            <a:avLst/>
          </a:prstGeom>
          <a:noFill/>
          <a:ln>
            <a:noFill/>
          </a:ln>
        </p:spPr>
        <p:txBody>
          <a:bodyPr spcFirstLastPara="1" wrap="square" lIns="91425" tIns="45700" rIns="91425" bIns="45700" anchor="t" anchorCtr="0">
            <a:normAutofit/>
          </a:bodyPr>
          <a:lstStyle>
            <a:lvl1pPr lvl="0" algn="l" rtl="0">
              <a:lnSpc>
                <a:spcPct val="100000"/>
              </a:lnSpc>
              <a:spcBef>
                <a:spcPts val="1000"/>
              </a:spcBef>
              <a:spcAft>
                <a:spcPts val="0"/>
              </a:spcAft>
              <a:buSzPts val="2800"/>
              <a:buNone/>
              <a:defRPr/>
            </a:lvl1pPr>
            <a:lvl2pPr lvl="1" algn="l" rtl="0">
              <a:lnSpc>
                <a:spcPct val="100000"/>
              </a:lnSpc>
              <a:spcBef>
                <a:spcPts val="500"/>
              </a:spcBef>
              <a:spcAft>
                <a:spcPts val="0"/>
              </a:spcAft>
              <a:buSzPts val="2400"/>
              <a:buNone/>
              <a:defRPr/>
            </a:lvl2pPr>
            <a:lvl3pPr lvl="2" algn="l" rtl="0">
              <a:lnSpc>
                <a:spcPct val="100000"/>
              </a:lnSpc>
              <a:spcBef>
                <a:spcPts val="500"/>
              </a:spcBef>
              <a:spcAft>
                <a:spcPts val="0"/>
              </a:spcAft>
              <a:buSzPts val="2000"/>
              <a:buNone/>
              <a:defRPr/>
            </a:lvl3pPr>
            <a:lvl4pPr lvl="3" algn="l" rtl="0">
              <a:lnSpc>
                <a:spcPct val="100000"/>
              </a:lnSpc>
              <a:spcBef>
                <a:spcPts val="500"/>
              </a:spcBef>
              <a:spcAft>
                <a:spcPts val="0"/>
              </a:spcAft>
              <a:buSzPts val="1800"/>
              <a:buNone/>
              <a:defRPr/>
            </a:lvl4pPr>
            <a:lvl5pPr lvl="4" algn="l" rtl="0">
              <a:lnSpc>
                <a:spcPct val="100000"/>
              </a:lnSpc>
              <a:spcBef>
                <a:spcPts val="500"/>
              </a:spcBef>
              <a:spcAft>
                <a:spcPts val="0"/>
              </a:spcAft>
              <a:buSzPts val="1800"/>
              <a:buNone/>
              <a:defRPr/>
            </a:lvl5pPr>
            <a:lvl6pPr lvl="5" algn="l" rtl="0">
              <a:lnSpc>
                <a:spcPct val="100000"/>
              </a:lnSpc>
              <a:spcBef>
                <a:spcPts val="500"/>
              </a:spcBef>
              <a:spcAft>
                <a:spcPts val="0"/>
              </a:spcAft>
              <a:buSzPts val="1800"/>
              <a:buNone/>
              <a:defRPr/>
            </a:lvl6pPr>
            <a:lvl7pPr lvl="6" algn="l" rtl="0">
              <a:lnSpc>
                <a:spcPct val="100000"/>
              </a:lnSpc>
              <a:spcBef>
                <a:spcPts val="500"/>
              </a:spcBef>
              <a:spcAft>
                <a:spcPts val="0"/>
              </a:spcAft>
              <a:buSzPts val="1800"/>
              <a:buNone/>
              <a:defRPr/>
            </a:lvl7pPr>
            <a:lvl8pPr lvl="7" algn="l" rtl="0">
              <a:lnSpc>
                <a:spcPct val="100000"/>
              </a:lnSpc>
              <a:spcBef>
                <a:spcPts val="500"/>
              </a:spcBef>
              <a:spcAft>
                <a:spcPts val="0"/>
              </a:spcAft>
              <a:buSzPts val="1800"/>
              <a:buNone/>
              <a:defRPr/>
            </a:lvl8pPr>
            <a:lvl9pPr lvl="8" algn="l" rtl="0">
              <a:lnSpc>
                <a:spcPct val="100000"/>
              </a:lnSpc>
              <a:spcBef>
                <a:spcPts val="500"/>
              </a:spcBef>
              <a:spcAft>
                <a:spcPts val="0"/>
              </a:spcAft>
              <a:buSzPts val="1800"/>
              <a:buNone/>
              <a:defRPr/>
            </a:lvl9pPr>
          </a:lstStyle>
          <a:p>
            <a:endParaRPr/>
          </a:p>
        </p:txBody>
      </p:sp>
      <p:sp>
        <p:nvSpPr>
          <p:cNvPr id="96" name="Google Shape;96;g28a13e41bf2_0_112"/>
          <p:cNvSpPr txBox="1">
            <a:spLocks noGrp="1"/>
          </p:cNvSpPr>
          <p:nvPr>
            <p:ph type="subTitle" idx="6"/>
          </p:nvPr>
        </p:nvSpPr>
        <p:spPr>
          <a:xfrm>
            <a:off x="7864400" y="2268683"/>
            <a:ext cx="3302100" cy="400800"/>
          </a:xfrm>
          <a:prstGeom prst="rect">
            <a:avLst/>
          </a:prstGeom>
          <a:noFill/>
          <a:ln>
            <a:noFill/>
          </a:ln>
        </p:spPr>
        <p:txBody>
          <a:bodyPr spcFirstLastPara="1" wrap="square" lIns="91425" tIns="45700" rIns="91425" bIns="45700" anchor="t" anchorCtr="0">
            <a:normAutofit/>
          </a:bodyPr>
          <a:lstStyle>
            <a:lvl1pPr lvl="0" algn="l" rtl="0">
              <a:lnSpc>
                <a:spcPct val="100000"/>
              </a:lnSpc>
              <a:spcBef>
                <a:spcPts val="10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1pPr>
            <a:lvl2pPr lvl="1" algn="l" rtl="0">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2pPr>
            <a:lvl3pPr lvl="2" algn="l" rtl="0">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3pPr>
            <a:lvl4pPr lvl="3" algn="l" rtl="0">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4pPr>
            <a:lvl5pPr lvl="4" algn="l" rtl="0">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5pPr>
            <a:lvl6pPr lvl="5" algn="l" rtl="0">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6pPr>
            <a:lvl7pPr lvl="6" algn="l" rtl="0">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7pPr>
            <a:lvl8pPr lvl="7" algn="l" rtl="0">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8pPr>
            <a:lvl9pPr lvl="8" algn="l" rtl="0">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9pPr>
          </a:lstStyle>
          <a:p>
            <a:endParaRPr/>
          </a:p>
        </p:txBody>
      </p:sp>
      <p:sp>
        <p:nvSpPr>
          <p:cNvPr id="97" name="Google Shape;97;g28a13e41bf2_0_112"/>
          <p:cNvSpPr txBox="1">
            <a:spLocks noGrp="1"/>
          </p:cNvSpPr>
          <p:nvPr>
            <p:ph type="subTitle" idx="7"/>
          </p:nvPr>
        </p:nvSpPr>
        <p:spPr>
          <a:xfrm>
            <a:off x="7864400" y="4463650"/>
            <a:ext cx="3302100" cy="622800"/>
          </a:xfrm>
          <a:prstGeom prst="rect">
            <a:avLst/>
          </a:prstGeom>
          <a:noFill/>
          <a:ln>
            <a:noFill/>
          </a:ln>
        </p:spPr>
        <p:txBody>
          <a:bodyPr spcFirstLastPara="1" wrap="square" lIns="91425" tIns="45700" rIns="91425" bIns="45700" anchor="t" anchorCtr="0">
            <a:normAutofit/>
          </a:bodyPr>
          <a:lstStyle>
            <a:lvl1pPr lvl="0" algn="l" rtl="0">
              <a:lnSpc>
                <a:spcPct val="100000"/>
              </a:lnSpc>
              <a:spcBef>
                <a:spcPts val="1000"/>
              </a:spcBef>
              <a:spcAft>
                <a:spcPts val="0"/>
              </a:spcAft>
              <a:buSzPts val="2800"/>
              <a:buNone/>
              <a:defRPr/>
            </a:lvl1pPr>
            <a:lvl2pPr lvl="1" algn="l" rtl="0">
              <a:lnSpc>
                <a:spcPct val="100000"/>
              </a:lnSpc>
              <a:spcBef>
                <a:spcPts val="500"/>
              </a:spcBef>
              <a:spcAft>
                <a:spcPts val="0"/>
              </a:spcAft>
              <a:buSzPts val="2400"/>
              <a:buNone/>
              <a:defRPr/>
            </a:lvl2pPr>
            <a:lvl3pPr lvl="2" algn="l" rtl="0">
              <a:lnSpc>
                <a:spcPct val="100000"/>
              </a:lnSpc>
              <a:spcBef>
                <a:spcPts val="500"/>
              </a:spcBef>
              <a:spcAft>
                <a:spcPts val="0"/>
              </a:spcAft>
              <a:buSzPts val="2000"/>
              <a:buNone/>
              <a:defRPr/>
            </a:lvl3pPr>
            <a:lvl4pPr lvl="3" algn="l" rtl="0">
              <a:lnSpc>
                <a:spcPct val="100000"/>
              </a:lnSpc>
              <a:spcBef>
                <a:spcPts val="500"/>
              </a:spcBef>
              <a:spcAft>
                <a:spcPts val="0"/>
              </a:spcAft>
              <a:buSzPts val="1800"/>
              <a:buNone/>
              <a:defRPr/>
            </a:lvl4pPr>
            <a:lvl5pPr lvl="4" algn="l" rtl="0">
              <a:lnSpc>
                <a:spcPct val="100000"/>
              </a:lnSpc>
              <a:spcBef>
                <a:spcPts val="500"/>
              </a:spcBef>
              <a:spcAft>
                <a:spcPts val="0"/>
              </a:spcAft>
              <a:buSzPts val="1800"/>
              <a:buNone/>
              <a:defRPr/>
            </a:lvl5pPr>
            <a:lvl6pPr lvl="5" algn="l" rtl="0">
              <a:lnSpc>
                <a:spcPct val="100000"/>
              </a:lnSpc>
              <a:spcBef>
                <a:spcPts val="500"/>
              </a:spcBef>
              <a:spcAft>
                <a:spcPts val="0"/>
              </a:spcAft>
              <a:buSzPts val="1800"/>
              <a:buNone/>
              <a:defRPr/>
            </a:lvl6pPr>
            <a:lvl7pPr lvl="6" algn="l" rtl="0">
              <a:lnSpc>
                <a:spcPct val="100000"/>
              </a:lnSpc>
              <a:spcBef>
                <a:spcPts val="500"/>
              </a:spcBef>
              <a:spcAft>
                <a:spcPts val="0"/>
              </a:spcAft>
              <a:buSzPts val="1800"/>
              <a:buNone/>
              <a:defRPr/>
            </a:lvl7pPr>
            <a:lvl8pPr lvl="7" algn="l" rtl="0">
              <a:lnSpc>
                <a:spcPct val="100000"/>
              </a:lnSpc>
              <a:spcBef>
                <a:spcPts val="500"/>
              </a:spcBef>
              <a:spcAft>
                <a:spcPts val="0"/>
              </a:spcAft>
              <a:buSzPts val="1800"/>
              <a:buNone/>
              <a:defRPr/>
            </a:lvl8pPr>
            <a:lvl9pPr lvl="8" algn="l" rtl="0">
              <a:lnSpc>
                <a:spcPct val="100000"/>
              </a:lnSpc>
              <a:spcBef>
                <a:spcPts val="500"/>
              </a:spcBef>
              <a:spcAft>
                <a:spcPts val="0"/>
              </a:spcAft>
              <a:buSzPts val="1800"/>
              <a:buNone/>
              <a:defRPr/>
            </a:lvl9pPr>
          </a:lstStyle>
          <a:p>
            <a:endParaRPr/>
          </a:p>
        </p:txBody>
      </p:sp>
      <p:sp>
        <p:nvSpPr>
          <p:cNvPr id="98" name="Google Shape;98;g28a13e41bf2_0_112"/>
          <p:cNvSpPr txBox="1">
            <a:spLocks noGrp="1"/>
          </p:cNvSpPr>
          <p:nvPr>
            <p:ph type="subTitle" idx="8"/>
          </p:nvPr>
        </p:nvSpPr>
        <p:spPr>
          <a:xfrm>
            <a:off x="7864400" y="3982583"/>
            <a:ext cx="3302100" cy="400800"/>
          </a:xfrm>
          <a:prstGeom prst="rect">
            <a:avLst/>
          </a:prstGeom>
          <a:noFill/>
          <a:ln>
            <a:noFill/>
          </a:ln>
        </p:spPr>
        <p:txBody>
          <a:bodyPr spcFirstLastPara="1" wrap="square" lIns="91425" tIns="45700" rIns="91425" bIns="45700" anchor="t" anchorCtr="0">
            <a:normAutofit/>
          </a:bodyPr>
          <a:lstStyle>
            <a:lvl1pPr lvl="0" algn="l" rtl="0">
              <a:lnSpc>
                <a:spcPct val="100000"/>
              </a:lnSpc>
              <a:spcBef>
                <a:spcPts val="10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1pPr>
            <a:lvl2pPr lvl="1" algn="l" rtl="0">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2pPr>
            <a:lvl3pPr lvl="2" algn="l" rtl="0">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3pPr>
            <a:lvl4pPr lvl="3" algn="l" rtl="0">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4pPr>
            <a:lvl5pPr lvl="4" algn="l" rtl="0">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5pPr>
            <a:lvl6pPr lvl="5" algn="l" rtl="0">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6pPr>
            <a:lvl7pPr lvl="6" algn="l" rtl="0">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7pPr>
            <a:lvl8pPr lvl="7" algn="l" rtl="0">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8pPr>
            <a:lvl9pPr lvl="8" algn="l" rtl="0">
              <a:lnSpc>
                <a:spcPct val="100000"/>
              </a:lnSpc>
              <a:spcBef>
                <a:spcPts val="500"/>
              </a:spcBef>
              <a:spcAft>
                <a:spcPts val="0"/>
              </a:spcAft>
              <a:buClr>
                <a:schemeClr val="dk2"/>
              </a:buClr>
              <a:buSzPts val="3200"/>
              <a:buFont typeface="Bodoni Moda"/>
              <a:buNone/>
              <a:defRPr sz="3200">
                <a:solidFill>
                  <a:schemeClr val="dk2"/>
                </a:solidFill>
                <a:latin typeface="Bodoni Moda"/>
                <a:ea typeface="Bodoni Moda"/>
                <a:cs typeface="Bodoni Moda"/>
                <a:sym typeface="Bodoni Moda"/>
              </a:defRPr>
            </a:lvl9pPr>
          </a:lstStyle>
          <a:p>
            <a:endParaRPr/>
          </a:p>
        </p:txBody>
      </p:sp>
      <p:sp>
        <p:nvSpPr>
          <p:cNvPr id="99" name="Google Shape;99;g28a13e41bf2_0_112"/>
          <p:cNvSpPr txBox="1">
            <a:spLocks noGrp="1"/>
          </p:cNvSpPr>
          <p:nvPr>
            <p:ph type="title" idx="9"/>
          </p:nvPr>
        </p:nvSpPr>
        <p:spPr>
          <a:xfrm>
            <a:off x="1507000" y="2296636"/>
            <a:ext cx="1071900" cy="990300"/>
          </a:xfrm>
          <a:prstGeom prst="rect">
            <a:avLst/>
          </a:prstGeom>
          <a:solidFill>
            <a:schemeClr val="accent1"/>
          </a:solid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SzPts val="4700"/>
              <a:buFont typeface="Bodoni Moda"/>
              <a:buNone/>
              <a:defRPr sz="4700">
                <a:latin typeface="Bodoni Moda"/>
                <a:ea typeface="Bodoni Moda"/>
                <a:cs typeface="Bodoni Moda"/>
                <a:sym typeface="Bodoni Moda"/>
              </a:defRPr>
            </a:lvl1pPr>
            <a:lvl2pPr lvl="1" algn="ctr" rtl="0">
              <a:lnSpc>
                <a:spcPct val="100000"/>
              </a:lnSpc>
              <a:spcBef>
                <a:spcPts val="0"/>
              </a:spcBef>
              <a:spcAft>
                <a:spcPts val="0"/>
              </a:spcAft>
              <a:buSzPts val="4700"/>
              <a:buFont typeface="Bodoni Moda"/>
              <a:buNone/>
              <a:defRPr sz="4700">
                <a:latin typeface="Bodoni Moda"/>
                <a:ea typeface="Bodoni Moda"/>
                <a:cs typeface="Bodoni Moda"/>
                <a:sym typeface="Bodoni Moda"/>
              </a:defRPr>
            </a:lvl2pPr>
            <a:lvl3pPr lvl="2" algn="ctr" rtl="0">
              <a:lnSpc>
                <a:spcPct val="100000"/>
              </a:lnSpc>
              <a:spcBef>
                <a:spcPts val="0"/>
              </a:spcBef>
              <a:spcAft>
                <a:spcPts val="0"/>
              </a:spcAft>
              <a:buSzPts val="4700"/>
              <a:buFont typeface="Bodoni Moda"/>
              <a:buNone/>
              <a:defRPr sz="4700">
                <a:latin typeface="Bodoni Moda"/>
                <a:ea typeface="Bodoni Moda"/>
                <a:cs typeface="Bodoni Moda"/>
                <a:sym typeface="Bodoni Moda"/>
              </a:defRPr>
            </a:lvl3pPr>
            <a:lvl4pPr lvl="3" algn="ctr" rtl="0">
              <a:lnSpc>
                <a:spcPct val="100000"/>
              </a:lnSpc>
              <a:spcBef>
                <a:spcPts val="0"/>
              </a:spcBef>
              <a:spcAft>
                <a:spcPts val="0"/>
              </a:spcAft>
              <a:buSzPts val="4700"/>
              <a:buFont typeface="Bodoni Moda"/>
              <a:buNone/>
              <a:defRPr sz="4700">
                <a:latin typeface="Bodoni Moda"/>
                <a:ea typeface="Bodoni Moda"/>
                <a:cs typeface="Bodoni Moda"/>
                <a:sym typeface="Bodoni Moda"/>
              </a:defRPr>
            </a:lvl4pPr>
            <a:lvl5pPr lvl="4" algn="ctr" rtl="0">
              <a:lnSpc>
                <a:spcPct val="100000"/>
              </a:lnSpc>
              <a:spcBef>
                <a:spcPts val="0"/>
              </a:spcBef>
              <a:spcAft>
                <a:spcPts val="0"/>
              </a:spcAft>
              <a:buSzPts val="4700"/>
              <a:buFont typeface="Bodoni Moda"/>
              <a:buNone/>
              <a:defRPr sz="4700">
                <a:latin typeface="Bodoni Moda"/>
                <a:ea typeface="Bodoni Moda"/>
                <a:cs typeface="Bodoni Moda"/>
                <a:sym typeface="Bodoni Moda"/>
              </a:defRPr>
            </a:lvl5pPr>
            <a:lvl6pPr lvl="5" algn="ctr" rtl="0">
              <a:lnSpc>
                <a:spcPct val="100000"/>
              </a:lnSpc>
              <a:spcBef>
                <a:spcPts val="0"/>
              </a:spcBef>
              <a:spcAft>
                <a:spcPts val="0"/>
              </a:spcAft>
              <a:buSzPts val="4700"/>
              <a:buFont typeface="Bodoni Moda"/>
              <a:buNone/>
              <a:defRPr sz="4700">
                <a:latin typeface="Bodoni Moda"/>
                <a:ea typeface="Bodoni Moda"/>
                <a:cs typeface="Bodoni Moda"/>
                <a:sym typeface="Bodoni Moda"/>
              </a:defRPr>
            </a:lvl6pPr>
            <a:lvl7pPr lvl="6" algn="ctr" rtl="0">
              <a:lnSpc>
                <a:spcPct val="100000"/>
              </a:lnSpc>
              <a:spcBef>
                <a:spcPts val="0"/>
              </a:spcBef>
              <a:spcAft>
                <a:spcPts val="0"/>
              </a:spcAft>
              <a:buSzPts val="4700"/>
              <a:buFont typeface="Bodoni Moda"/>
              <a:buNone/>
              <a:defRPr sz="4700">
                <a:latin typeface="Bodoni Moda"/>
                <a:ea typeface="Bodoni Moda"/>
                <a:cs typeface="Bodoni Moda"/>
                <a:sym typeface="Bodoni Moda"/>
              </a:defRPr>
            </a:lvl7pPr>
            <a:lvl8pPr lvl="7" algn="ctr" rtl="0">
              <a:lnSpc>
                <a:spcPct val="100000"/>
              </a:lnSpc>
              <a:spcBef>
                <a:spcPts val="0"/>
              </a:spcBef>
              <a:spcAft>
                <a:spcPts val="0"/>
              </a:spcAft>
              <a:buSzPts val="4700"/>
              <a:buFont typeface="Bodoni Moda"/>
              <a:buNone/>
              <a:defRPr sz="4700">
                <a:latin typeface="Bodoni Moda"/>
                <a:ea typeface="Bodoni Moda"/>
                <a:cs typeface="Bodoni Moda"/>
                <a:sym typeface="Bodoni Moda"/>
              </a:defRPr>
            </a:lvl8pPr>
            <a:lvl9pPr lvl="8" algn="ctr" rtl="0">
              <a:lnSpc>
                <a:spcPct val="100000"/>
              </a:lnSpc>
              <a:spcBef>
                <a:spcPts val="0"/>
              </a:spcBef>
              <a:spcAft>
                <a:spcPts val="0"/>
              </a:spcAft>
              <a:buSzPts val="4700"/>
              <a:buFont typeface="Bodoni Moda"/>
              <a:buNone/>
              <a:defRPr sz="4700">
                <a:latin typeface="Bodoni Moda"/>
                <a:ea typeface="Bodoni Moda"/>
                <a:cs typeface="Bodoni Moda"/>
                <a:sym typeface="Bodoni Moda"/>
              </a:defRPr>
            </a:lvl9pPr>
          </a:lstStyle>
          <a:p>
            <a:endParaRPr/>
          </a:p>
        </p:txBody>
      </p:sp>
      <p:sp>
        <p:nvSpPr>
          <p:cNvPr id="100" name="Google Shape;100;g28a13e41bf2_0_112"/>
          <p:cNvSpPr txBox="1">
            <a:spLocks noGrp="1"/>
          </p:cNvSpPr>
          <p:nvPr>
            <p:ph type="title" idx="13"/>
          </p:nvPr>
        </p:nvSpPr>
        <p:spPr>
          <a:xfrm>
            <a:off x="1507000" y="4025500"/>
            <a:ext cx="1071900" cy="990300"/>
          </a:xfrm>
          <a:prstGeom prst="rect">
            <a:avLst/>
          </a:prstGeom>
          <a:solidFill>
            <a:schemeClr val="accent1"/>
          </a:solid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SzPts val="4700"/>
              <a:buFont typeface="Bodoni Moda"/>
              <a:buNone/>
              <a:defRPr sz="4700">
                <a:latin typeface="Bodoni Moda"/>
                <a:ea typeface="Bodoni Moda"/>
                <a:cs typeface="Bodoni Moda"/>
                <a:sym typeface="Bodoni Moda"/>
              </a:defRPr>
            </a:lvl1pPr>
            <a:lvl2pPr lvl="1" algn="ctr" rtl="0">
              <a:lnSpc>
                <a:spcPct val="100000"/>
              </a:lnSpc>
              <a:spcBef>
                <a:spcPts val="0"/>
              </a:spcBef>
              <a:spcAft>
                <a:spcPts val="0"/>
              </a:spcAft>
              <a:buSzPts val="4700"/>
              <a:buFont typeface="Bodoni Moda"/>
              <a:buNone/>
              <a:defRPr sz="4700">
                <a:latin typeface="Bodoni Moda"/>
                <a:ea typeface="Bodoni Moda"/>
                <a:cs typeface="Bodoni Moda"/>
                <a:sym typeface="Bodoni Moda"/>
              </a:defRPr>
            </a:lvl2pPr>
            <a:lvl3pPr lvl="2" algn="ctr" rtl="0">
              <a:lnSpc>
                <a:spcPct val="100000"/>
              </a:lnSpc>
              <a:spcBef>
                <a:spcPts val="0"/>
              </a:spcBef>
              <a:spcAft>
                <a:spcPts val="0"/>
              </a:spcAft>
              <a:buSzPts val="4700"/>
              <a:buFont typeface="Bodoni Moda"/>
              <a:buNone/>
              <a:defRPr sz="4700">
                <a:latin typeface="Bodoni Moda"/>
                <a:ea typeface="Bodoni Moda"/>
                <a:cs typeface="Bodoni Moda"/>
                <a:sym typeface="Bodoni Moda"/>
              </a:defRPr>
            </a:lvl3pPr>
            <a:lvl4pPr lvl="3" algn="ctr" rtl="0">
              <a:lnSpc>
                <a:spcPct val="100000"/>
              </a:lnSpc>
              <a:spcBef>
                <a:spcPts val="0"/>
              </a:spcBef>
              <a:spcAft>
                <a:spcPts val="0"/>
              </a:spcAft>
              <a:buSzPts val="4700"/>
              <a:buFont typeface="Bodoni Moda"/>
              <a:buNone/>
              <a:defRPr sz="4700">
                <a:latin typeface="Bodoni Moda"/>
                <a:ea typeface="Bodoni Moda"/>
                <a:cs typeface="Bodoni Moda"/>
                <a:sym typeface="Bodoni Moda"/>
              </a:defRPr>
            </a:lvl4pPr>
            <a:lvl5pPr lvl="4" algn="ctr" rtl="0">
              <a:lnSpc>
                <a:spcPct val="100000"/>
              </a:lnSpc>
              <a:spcBef>
                <a:spcPts val="0"/>
              </a:spcBef>
              <a:spcAft>
                <a:spcPts val="0"/>
              </a:spcAft>
              <a:buSzPts val="4700"/>
              <a:buFont typeface="Bodoni Moda"/>
              <a:buNone/>
              <a:defRPr sz="4700">
                <a:latin typeface="Bodoni Moda"/>
                <a:ea typeface="Bodoni Moda"/>
                <a:cs typeface="Bodoni Moda"/>
                <a:sym typeface="Bodoni Moda"/>
              </a:defRPr>
            </a:lvl5pPr>
            <a:lvl6pPr lvl="5" algn="ctr" rtl="0">
              <a:lnSpc>
                <a:spcPct val="100000"/>
              </a:lnSpc>
              <a:spcBef>
                <a:spcPts val="0"/>
              </a:spcBef>
              <a:spcAft>
                <a:spcPts val="0"/>
              </a:spcAft>
              <a:buSzPts val="4700"/>
              <a:buFont typeface="Bodoni Moda"/>
              <a:buNone/>
              <a:defRPr sz="4700">
                <a:latin typeface="Bodoni Moda"/>
                <a:ea typeface="Bodoni Moda"/>
                <a:cs typeface="Bodoni Moda"/>
                <a:sym typeface="Bodoni Moda"/>
              </a:defRPr>
            </a:lvl6pPr>
            <a:lvl7pPr lvl="6" algn="ctr" rtl="0">
              <a:lnSpc>
                <a:spcPct val="100000"/>
              </a:lnSpc>
              <a:spcBef>
                <a:spcPts val="0"/>
              </a:spcBef>
              <a:spcAft>
                <a:spcPts val="0"/>
              </a:spcAft>
              <a:buSzPts val="4700"/>
              <a:buFont typeface="Bodoni Moda"/>
              <a:buNone/>
              <a:defRPr sz="4700">
                <a:latin typeface="Bodoni Moda"/>
                <a:ea typeface="Bodoni Moda"/>
                <a:cs typeface="Bodoni Moda"/>
                <a:sym typeface="Bodoni Moda"/>
              </a:defRPr>
            </a:lvl7pPr>
            <a:lvl8pPr lvl="7" algn="ctr" rtl="0">
              <a:lnSpc>
                <a:spcPct val="100000"/>
              </a:lnSpc>
              <a:spcBef>
                <a:spcPts val="0"/>
              </a:spcBef>
              <a:spcAft>
                <a:spcPts val="0"/>
              </a:spcAft>
              <a:buSzPts val="4700"/>
              <a:buFont typeface="Bodoni Moda"/>
              <a:buNone/>
              <a:defRPr sz="4700">
                <a:latin typeface="Bodoni Moda"/>
                <a:ea typeface="Bodoni Moda"/>
                <a:cs typeface="Bodoni Moda"/>
                <a:sym typeface="Bodoni Moda"/>
              </a:defRPr>
            </a:lvl8pPr>
            <a:lvl9pPr lvl="8" algn="ctr" rtl="0">
              <a:lnSpc>
                <a:spcPct val="100000"/>
              </a:lnSpc>
              <a:spcBef>
                <a:spcPts val="0"/>
              </a:spcBef>
              <a:spcAft>
                <a:spcPts val="0"/>
              </a:spcAft>
              <a:buSzPts val="4700"/>
              <a:buFont typeface="Bodoni Moda"/>
              <a:buNone/>
              <a:defRPr sz="4700">
                <a:latin typeface="Bodoni Moda"/>
                <a:ea typeface="Bodoni Moda"/>
                <a:cs typeface="Bodoni Moda"/>
                <a:sym typeface="Bodoni Moda"/>
              </a:defRPr>
            </a:lvl9pPr>
          </a:lstStyle>
          <a:p>
            <a:endParaRPr/>
          </a:p>
        </p:txBody>
      </p:sp>
      <p:sp>
        <p:nvSpPr>
          <p:cNvPr id="101" name="Google Shape;101;g28a13e41bf2_0_112"/>
          <p:cNvSpPr txBox="1">
            <a:spLocks noGrp="1"/>
          </p:cNvSpPr>
          <p:nvPr>
            <p:ph type="title" idx="14"/>
          </p:nvPr>
        </p:nvSpPr>
        <p:spPr>
          <a:xfrm>
            <a:off x="6697733" y="2296636"/>
            <a:ext cx="1071900" cy="990300"/>
          </a:xfrm>
          <a:prstGeom prst="rect">
            <a:avLst/>
          </a:prstGeom>
          <a:solidFill>
            <a:schemeClr val="accent1"/>
          </a:solid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SzPts val="4700"/>
              <a:buFont typeface="Bodoni Moda"/>
              <a:buNone/>
              <a:defRPr sz="4700">
                <a:latin typeface="Bodoni Moda"/>
                <a:ea typeface="Bodoni Moda"/>
                <a:cs typeface="Bodoni Moda"/>
                <a:sym typeface="Bodoni Moda"/>
              </a:defRPr>
            </a:lvl1pPr>
            <a:lvl2pPr lvl="1" algn="ctr" rtl="0">
              <a:lnSpc>
                <a:spcPct val="100000"/>
              </a:lnSpc>
              <a:spcBef>
                <a:spcPts val="0"/>
              </a:spcBef>
              <a:spcAft>
                <a:spcPts val="0"/>
              </a:spcAft>
              <a:buSzPts val="4700"/>
              <a:buFont typeface="Bodoni Moda"/>
              <a:buNone/>
              <a:defRPr sz="4700">
                <a:latin typeface="Bodoni Moda"/>
                <a:ea typeface="Bodoni Moda"/>
                <a:cs typeface="Bodoni Moda"/>
                <a:sym typeface="Bodoni Moda"/>
              </a:defRPr>
            </a:lvl2pPr>
            <a:lvl3pPr lvl="2" algn="ctr" rtl="0">
              <a:lnSpc>
                <a:spcPct val="100000"/>
              </a:lnSpc>
              <a:spcBef>
                <a:spcPts val="0"/>
              </a:spcBef>
              <a:spcAft>
                <a:spcPts val="0"/>
              </a:spcAft>
              <a:buSzPts val="4700"/>
              <a:buFont typeface="Bodoni Moda"/>
              <a:buNone/>
              <a:defRPr sz="4700">
                <a:latin typeface="Bodoni Moda"/>
                <a:ea typeface="Bodoni Moda"/>
                <a:cs typeface="Bodoni Moda"/>
                <a:sym typeface="Bodoni Moda"/>
              </a:defRPr>
            </a:lvl3pPr>
            <a:lvl4pPr lvl="3" algn="ctr" rtl="0">
              <a:lnSpc>
                <a:spcPct val="100000"/>
              </a:lnSpc>
              <a:spcBef>
                <a:spcPts val="0"/>
              </a:spcBef>
              <a:spcAft>
                <a:spcPts val="0"/>
              </a:spcAft>
              <a:buSzPts val="4700"/>
              <a:buFont typeface="Bodoni Moda"/>
              <a:buNone/>
              <a:defRPr sz="4700">
                <a:latin typeface="Bodoni Moda"/>
                <a:ea typeface="Bodoni Moda"/>
                <a:cs typeface="Bodoni Moda"/>
                <a:sym typeface="Bodoni Moda"/>
              </a:defRPr>
            </a:lvl4pPr>
            <a:lvl5pPr lvl="4" algn="ctr" rtl="0">
              <a:lnSpc>
                <a:spcPct val="100000"/>
              </a:lnSpc>
              <a:spcBef>
                <a:spcPts val="0"/>
              </a:spcBef>
              <a:spcAft>
                <a:spcPts val="0"/>
              </a:spcAft>
              <a:buSzPts val="4700"/>
              <a:buFont typeface="Bodoni Moda"/>
              <a:buNone/>
              <a:defRPr sz="4700">
                <a:latin typeface="Bodoni Moda"/>
                <a:ea typeface="Bodoni Moda"/>
                <a:cs typeface="Bodoni Moda"/>
                <a:sym typeface="Bodoni Moda"/>
              </a:defRPr>
            </a:lvl5pPr>
            <a:lvl6pPr lvl="5" algn="ctr" rtl="0">
              <a:lnSpc>
                <a:spcPct val="100000"/>
              </a:lnSpc>
              <a:spcBef>
                <a:spcPts val="0"/>
              </a:spcBef>
              <a:spcAft>
                <a:spcPts val="0"/>
              </a:spcAft>
              <a:buSzPts val="4700"/>
              <a:buFont typeface="Bodoni Moda"/>
              <a:buNone/>
              <a:defRPr sz="4700">
                <a:latin typeface="Bodoni Moda"/>
                <a:ea typeface="Bodoni Moda"/>
                <a:cs typeface="Bodoni Moda"/>
                <a:sym typeface="Bodoni Moda"/>
              </a:defRPr>
            </a:lvl6pPr>
            <a:lvl7pPr lvl="6" algn="ctr" rtl="0">
              <a:lnSpc>
                <a:spcPct val="100000"/>
              </a:lnSpc>
              <a:spcBef>
                <a:spcPts val="0"/>
              </a:spcBef>
              <a:spcAft>
                <a:spcPts val="0"/>
              </a:spcAft>
              <a:buSzPts val="4700"/>
              <a:buFont typeface="Bodoni Moda"/>
              <a:buNone/>
              <a:defRPr sz="4700">
                <a:latin typeface="Bodoni Moda"/>
                <a:ea typeface="Bodoni Moda"/>
                <a:cs typeface="Bodoni Moda"/>
                <a:sym typeface="Bodoni Moda"/>
              </a:defRPr>
            </a:lvl7pPr>
            <a:lvl8pPr lvl="7" algn="ctr" rtl="0">
              <a:lnSpc>
                <a:spcPct val="100000"/>
              </a:lnSpc>
              <a:spcBef>
                <a:spcPts val="0"/>
              </a:spcBef>
              <a:spcAft>
                <a:spcPts val="0"/>
              </a:spcAft>
              <a:buSzPts val="4700"/>
              <a:buFont typeface="Bodoni Moda"/>
              <a:buNone/>
              <a:defRPr sz="4700">
                <a:latin typeface="Bodoni Moda"/>
                <a:ea typeface="Bodoni Moda"/>
                <a:cs typeface="Bodoni Moda"/>
                <a:sym typeface="Bodoni Moda"/>
              </a:defRPr>
            </a:lvl8pPr>
            <a:lvl9pPr lvl="8" algn="ctr" rtl="0">
              <a:lnSpc>
                <a:spcPct val="100000"/>
              </a:lnSpc>
              <a:spcBef>
                <a:spcPts val="0"/>
              </a:spcBef>
              <a:spcAft>
                <a:spcPts val="0"/>
              </a:spcAft>
              <a:buSzPts val="4700"/>
              <a:buFont typeface="Bodoni Moda"/>
              <a:buNone/>
              <a:defRPr sz="4700">
                <a:latin typeface="Bodoni Moda"/>
                <a:ea typeface="Bodoni Moda"/>
                <a:cs typeface="Bodoni Moda"/>
                <a:sym typeface="Bodoni Moda"/>
              </a:defRPr>
            </a:lvl9pPr>
          </a:lstStyle>
          <a:p>
            <a:endParaRPr/>
          </a:p>
        </p:txBody>
      </p:sp>
      <p:sp>
        <p:nvSpPr>
          <p:cNvPr id="102" name="Google Shape;102;g28a13e41bf2_0_112"/>
          <p:cNvSpPr txBox="1">
            <a:spLocks noGrp="1"/>
          </p:cNvSpPr>
          <p:nvPr>
            <p:ph type="title" idx="15"/>
          </p:nvPr>
        </p:nvSpPr>
        <p:spPr>
          <a:xfrm>
            <a:off x="6697733" y="4025500"/>
            <a:ext cx="1071900" cy="990300"/>
          </a:xfrm>
          <a:prstGeom prst="rect">
            <a:avLst/>
          </a:prstGeom>
          <a:solidFill>
            <a:schemeClr val="accent1"/>
          </a:solid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SzPts val="4700"/>
              <a:buFont typeface="Bodoni Moda"/>
              <a:buNone/>
              <a:defRPr sz="4700">
                <a:latin typeface="Bodoni Moda"/>
                <a:ea typeface="Bodoni Moda"/>
                <a:cs typeface="Bodoni Moda"/>
                <a:sym typeface="Bodoni Moda"/>
              </a:defRPr>
            </a:lvl1pPr>
            <a:lvl2pPr lvl="1" algn="ctr" rtl="0">
              <a:lnSpc>
                <a:spcPct val="100000"/>
              </a:lnSpc>
              <a:spcBef>
                <a:spcPts val="0"/>
              </a:spcBef>
              <a:spcAft>
                <a:spcPts val="0"/>
              </a:spcAft>
              <a:buSzPts val="4700"/>
              <a:buFont typeface="Bodoni Moda"/>
              <a:buNone/>
              <a:defRPr sz="4700">
                <a:latin typeface="Bodoni Moda"/>
                <a:ea typeface="Bodoni Moda"/>
                <a:cs typeface="Bodoni Moda"/>
                <a:sym typeface="Bodoni Moda"/>
              </a:defRPr>
            </a:lvl2pPr>
            <a:lvl3pPr lvl="2" algn="ctr" rtl="0">
              <a:lnSpc>
                <a:spcPct val="100000"/>
              </a:lnSpc>
              <a:spcBef>
                <a:spcPts val="0"/>
              </a:spcBef>
              <a:spcAft>
                <a:spcPts val="0"/>
              </a:spcAft>
              <a:buSzPts val="4700"/>
              <a:buFont typeface="Bodoni Moda"/>
              <a:buNone/>
              <a:defRPr sz="4700">
                <a:latin typeface="Bodoni Moda"/>
                <a:ea typeface="Bodoni Moda"/>
                <a:cs typeface="Bodoni Moda"/>
                <a:sym typeface="Bodoni Moda"/>
              </a:defRPr>
            </a:lvl3pPr>
            <a:lvl4pPr lvl="3" algn="ctr" rtl="0">
              <a:lnSpc>
                <a:spcPct val="100000"/>
              </a:lnSpc>
              <a:spcBef>
                <a:spcPts val="0"/>
              </a:spcBef>
              <a:spcAft>
                <a:spcPts val="0"/>
              </a:spcAft>
              <a:buSzPts val="4700"/>
              <a:buFont typeface="Bodoni Moda"/>
              <a:buNone/>
              <a:defRPr sz="4700">
                <a:latin typeface="Bodoni Moda"/>
                <a:ea typeface="Bodoni Moda"/>
                <a:cs typeface="Bodoni Moda"/>
                <a:sym typeface="Bodoni Moda"/>
              </a:defRPr>
            </a:lvl4pPr>
            <a:lvl5pPr lvl="4" algn="ctr" rtl="0">
              <a:lnSpc>
                <a:spcPct val="100000"/>
              </a:lnSpc>
              <a:spcBef>
                <a:spcPts val="0"/>
              </a:spcBef>
              <a:spcAft>
                <a:spcPts val="0"/>
              </a:spcAft>
              <a:buSzPts val="4700"/>
              <a:buFont typeface="Bodoni Moda"/>
              <a:buNone/>
              <a:defRPr sz="4700">
                <a:latin typeface="Bodoni Moda"/>
                <a:ea typeface="Bodoni Moda"/>
                <a:cs typeface="Bodoni Moda"/>
                <a:sym typeface="Bodoni Moda"/>
              </a:defRPr>
            </a:lvl5pPr>
            <a:lvl6pPr lvl="5" algn="ctr" rtl="0">
              <a:lnSpc>
                <a:spcPct val="100000"/>
              </a:lnSpc>
              <a:spcBef>
                <a:spcPts val="0"/>
              </a:spcBef>
              <a:spcAft>
                <a:spcPts val="0"/>
              </a:spcAft>
              <a:buSzPts val="4700"/>
              <a:buFont typeface="Bodoni Moda"/>
              <a:buNone/>
              <a:defRPr sz="4700">
                <a:latin typeface="Bodoni Moda"/>
                <a:ea typeface="Bodoni Moda"/>
                <a:cs typeface="Bodoni Moda"/>
                <a:sym typeface="Bodoni Moda"/>
              </a:defRPr>
            </a:lvl6pPr>
            <a:lvl7pPr lvl="6" algn="ctr" rtl="0">
              <a:lnSpc>
                <a:spcPct val="100000"/>
              </a:lnSpc>
              <a:spcBef>
                <a:spcPts val="0"/>
              </a:spcBef>
              <a:spcAft>
                <a:spcPts val="0"/>
              </a:spcAft>
              <a:buSzPts val="4700"/>
              <a:buFont typeface="Bodoni Moda"/>
              <a:buNone/>
              <a:defRPr sz="4700">
                <a:latin typeface="Bodoni Moda"/>
                <a:ea typeface="Bodoni Moda"/>
                <a:cs typeface="Bodoni Moda"/>
                <a:sym typeface="Bodoni Moda"/>
              </a:defRPr>
            </a:lvl7pPr>
            <a:lvl8pPr lvl="7" algn="ctr" rtl="0">
              <a:lnSpc>
                <a:spcPct val="100000"/>
              </a:lnSpc>
              <a:spcBef>
                <a:spcPts val="0"/>
              </a:spcBef>
              <a:spcAft>
                <a:spcPts val="0"/>
              </a:spcAft>
              <a:buSzPts val="4700"/>
              <a:buFont typeface="Bodoni Moda"/>
              <a:buNone/>
              <a:defRPr sz="4700">
                <a:latin typeface="Bodoni Moda"/>
                <a:ea typeface="Bodoni Moda"/>
                <a:cs typeface="Bodoni Moda"/>
                <a:sym typeface="Bodoni Moda"/>
              </a:defRPr>
            </a:lvl8pPr>
            <a:lvl9pPr lvl="8" algn="ctr" rtl="0">
              <a:lnSpc>
                <a:spcPct val="100000"/>
              </a:lnSpc>
              <a:spcBef>
                <a:spcPts val="0"/>
              </a:spcBef>
              <a:spcAft>
                <a:spcPts val="0"/>
              </a:spcAft>
              <a:buSzPts val="4700"/>
              <a:buFont typeface="Bodoni Moda"/>
              <a:buNone/>
              <a:defRPr sz="4700">
                <a:latin typeface="Bodoni Moda"/>
                <a:ea typeface="Bodoni Moda"/>
                <a:cs typeface="Bodoni Moda"/>
                <a:sym typeface="Bodoni Moda"/>
              </a:defRPr>
            </a:lvl9pPr>
          </a:lstStyle>
          <a:p>
            <a:endParaRPr/>
          </a:p>
        </p:txBody>
      </p:sp>
      <p:sp>
        <p:nvSpPr>
          <p:cNvPr id="103" name="Google Shape;103;g28a13e41bf2_0_112"/>
          <p:cNvSpPr/>
          <p:nvPr/>
        </p:nvSpPr>
        <p:spPr>
          <a:xfrm>
            <a:off x="414967" y="501133"/>
            <a:ext cx="1071900" cy="1071900"/>
          </a:xfrm>
          <a:prstGeom prst="star8">
            <a:avLst>
              <a:gd name="adj" fmla="val 24675"/>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04" name="Google Shape;104;g28a13e41bf2_0_112"/>
          <p:cNvCxnSpPr>
            <a:stCxn id="103" idx="2"/>
          </p:cNvCxnSpPr>
          <p:nvPr/>
        </p:nvCxnSpPr>
        <p:spPr>
          <a:xfrm>
            <a:off x="950917" y="1573033"/>
            <a:ext cx="0" cy="5460300"/>
          </a:xfrm>
          <a:prstGeom prst="straightConnector1">
            <a:avLst/>
          </a:prstGeom>
          <a:noFill/>
          <a:ln w="19050" cap="flat" cmpd="sng">
            <a:solidFill>
              <a:schemeClr val="accent1"/>
            </a:solidFill>
            <a:prstDash val="solid"/>
            <a:round/>
            <a:headEnd type="none" w="sm" len="sm"/>
            <a:tailEnd type="none" w="sm" len="sm"/>
          </a:ln>
        </p:spPr>
      </p:cxnSp>
      <p:grpSp>
        <p:nvGrpSpPr>
          <p:cNvPr id="105" name="Google Shape;105;g28a13e41bf2_0_112"/>
          <p:cNvGrpSpPr/>
          <p:nvPr/>
        </p:nvGrpSpPr>
        <p:grpSpPr>
          <a:xfrm>
            <a:off x="1518662" y="5939608"/>
            <a:ext cx="9660958" cy="385590"/>
            <a:chOff x="1139025" y="4454813"/>
            <a:chExt cx="7245900" cy="289200"/>
          </a:xfrm>
        </p:grpSpPr>
        <p:cxnSp>
          <p:nvCxnSpPr>
            <p:cNvPr id="106" name="Google Shape;106;g28a13e41bf2_0_112"/>
            <p:cNvCxnSpPr/>
            <p:nvPr/>
          </p:nvCxnSpPr>
          <p:spPr>
            <a:xfrm>
              <a:off x="1139025" y="4599425"/>
              <a:ext cx="7245900" cy="0"/>
            </a:xfrm>
            <a:prstGeom prst="straightConnector1">
              <a:avLst/>
            </a:prstGeom>
            <a:noFill/>
            <a:ln w="19050" cap="flat" cmpd="sng">
              <a:solidFill>
                <a:schemeClr val="accent1"/>
              </a:solidFill>
              <a:prstDash val="solid"/>
              <a:round/>
              <a:headEnd type="none" w="sm" len="sm"/>
              <a:tailEnd type="none" w="sm" len="sm"/>
            </a:ln>
          </p:spPr>
        </p:cxnSp>
        <p:sp>
          <p:nvSpPr>
            <p:cNvPr id="107" name="Google Shape;107;g28a13e41bf2_0_112"/>
            <p:cNvSpPr/>
            <p:nvPr/>
          </p:nvSpPr>
          <p:spPr>
            <a:xfrm rot="5400000">
              <a:off x="7507775" y="4507463"/>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g28a13e41bf2_0_112"/>
            <p:cNvSpPr/>
            <p:nvPr/>
          </p:nvSpPr>
          <p:spPr>
            <a:xfrm rot="5400000">
              <a:off x="7828050" y="4507463"/>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g28a13e41bf2_0_112"/>
            <p:cNvSpPr/>
            <p:nvPr/>
          </p:nvSpPr>
          <p:spPr>
            <a:xfrm rot="5400000">
              <a:off x="8148325" y="4507463"/>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 name="Google Shape;110;g28a13e41bf2_0_112"/>
            <p:cNvSpPr/>
            <p:nvPr/>
          </p:nvSpPr>
          <p:spPr>
            <a:xfrm rot="5400000">
              <a:off x="4107125" y="4507463"/>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g28a13e41bf2_0_112"/>
            <p:cNvSpPr/>
            <p:nvPr/>
          </p:nvSpPr>
          <p:spPr>
            <a:xfrm rot="5400000">
              <a:off x="4427400" y="4507463"/>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 name="Google Shape;112;g28a13e41bf2_0_112"/>
            <p:cNvSpPr/>
            <p:nvPr/>
          </p:nvSpPr>
          <p:spPr>
            <a:xfrm rot="5400000">
              <a:off x="4747675" y="4507463"/>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3"/>
        <p:cNvGrpSpPr/>
        <p:nvPr/>
      </p:nvGrpSpPr>
      <p:grpSpPr>
        <a:xfrm>
          <a:off x="0" y="0"/>
          <a:ext cx="0" cy="0"/>
          <a:chOff x="0" y="0"/>
          <a:chExt cx="0" cy="0"/>
        </a:xfrm>
      </p:grpSpPr>
      <p:sp>
        <p:nvSpPr>
          <p:cNvPr id="114" name="Google Shape;114;g28a13e41bf2_0_136"/>
          <p:cNvSpPr txBox="1">
            <a:spLocks noGrp="1"/>
          </p:cNvSpPr>
          <p:nvPr>
            <p:ph type="title"/>
          </p:nvPr>
        </p:nvSpPr>
        <p:spPr>
          <a:xfrm>
            <a:off x="3056600" y="3275967"/>
            <a:ext cx="6078900" cy="908100"/>
          </a:xfrm>
          <a:prstGeom prst="rect">
            <a:avLst/>
          </a:prstGeom>
          <a:noFill/>
          <a:ln>
            <a:noFill/>
          </a:ln>
        </p:spPr>
        <p:txBody>
          <a:bodyPr spcFirstLastPara="1" wrap="square" lIns="91425" tIns="45700" rIns="91425" bIns="45700" anchor="ctr" anchorCtr="0">
            <a:normAutofit/>
          </a:bodyPr>
          <a:lstStyle>
            <a:lvl1pPr lvl="0" algn="ctr" rtl="0">
              <a:lnSpc>
                <a:spcPct val="90000"/>
              </a:lnSpc>
              <a:spcBef>
                <a:spcPts val="0"/>
              </a:spcBef>
              <a:spcAft>
                <a:spcPts val="0"/>
              </a:spcAft>
              <a:buSzPts val="6400"/>
              <a:buNone/>
              <a:defRPr sz="6400"/>
            </a:lvl1pPr>
            <a:lvl2pPr lvl="1" algn="ctr" rtl="0">
              <a:lnSpc>
                <a:spcPct val="100000"/>
              </a:lnSpc>
              <a:spcBef>
                <a:spcPts val="0"/>
              </a:spcBef>
              <a:spcAft>
                <a:spcPts val="0"/>
              </a:spcAft>
              <a:buSzPts val="6400"/>
              <a:buNone/>
              <a:defRPr sz="6400"/>
            </a:lvl2pPr>
            <a:lvl3pPr lvl="2" algn="ctr" rtl="0">
              <a:lnSpc>
                <a:spcPct val="100000"/>
              </a:lnSpc>
              <a:spcBef>
                <a:spcPts val="0"/>
              </a:spcBef>
              <a:spcAft>
                <a:spcPts val="0"/>
              </a:spcAft>
              <a:buSzPts val="6400"/>
              <a:buNone/>
              <a:defRPr sz="6400"/>
            </a:lvl3pPr>
            <a:lvl4pPr lvl="3" algn="ctr" rtl="0">
              <a:lnSpc>
                <a:spcPct val="100000"/>
              </a:lnSpc>
              <a:spcBef>
                <a:spcPts val="0"/>
              </a:spcBef>
              <a:spcAft>
                <a:spcPts val="0"/>
              </a:spcAft>
              <a:buSzPts val="6400"/>
              <a:buNone/>
              <a:defRPr sz="6400"/>
            </a:lvl4pPr>
            <a:lvl5pPr lvl="4" algn="ctr" rtl="0">
              <a:lnSpc>
                <a:spcPct val="100000"/>
              </a:lnSpc>
              <a:spcBef>
                <a:spcPts val="0"/>
              </a:spcBef>
              <a:spcAft>
                <a:spcPts val="0"/>
              </a:spcAft>
              <a:buSzPts val="6400"/>
              <a:buNone/>
              <a:defRPr sz="6400"/>
            </a:lvl5pPr>
            <a:lvl6pPr lvl="5" algn="ctr" rtl="0">
              <a:lnSpc>
                <a:spcPct val="100000"/>
              </a:lnSpc>
              <a:spcBef>
                <a:spcPts val="0"/>
              </a:spcBef>
              <a:spcAft>
                <a:spcPts val="0"/>
              </a:spcAft>
              <a:buSzPts val="6400"/>
              <a:buNone/>
              <a:defRPr sz="6400"/>
            </a:lvl6pPr>
            <a:lvl7pPr lvl="6" algn="ctr" rtl="0">
              <a:lnSpc>
                <a:spcPct val="100000"/>
              </a:lnSpc>
              <a:spcBef>
                <a:spcPts val="0"/>
              </a:spcBef>
              <a:spcAft>
                <a:spcPts val="0"/>
              </a:spcAft>
              <a:buSzPts val="6400"/>
              <a:buNone/>
              <a:defRPr sz="6400"/>
            </a:lvl7pPr>
            <a:lvl8pPr lvl="7" algn="ctr" rtl="0">
              <a:lnSpc>
                <a:spcPct val="100000"/>
              </a:lnSpc>
              <a:spcBef>
                <a:spcPts val="0"/>
              </a:spcBef>
              <a:spcAft>
                <a:spcPts val="0"/>
              </a:spcAft>
              <a:buSzPts val="6400"/>
              <a:buNone/>
              <a:defRPr sz="6400"/>
            </a:lvl8pPr>
            <a:lvl9pPr lvl="8" algn="ctr" rtl="0">
              <a:lnSpc>
                <a:spcPct val="100000"/>
              </a:lnSpc>
              <a:spcBef>
                <a:spcPts val="0"/>
              </a:spcBef>
              <a:spcAft>
                <a:spcPts val="0"/>
              </a:spcAft>
              <a:buSzPts val="6400"/>
              <a:buNone/>
              <a:defRPr sz="6400"/>
            </a:lvl9pPr>
          </a:lstStyle>
          <a:p>
            <a:endParaRPr/>
          </a:p>
        </p:txBody>
      </p:sp>
      <p:sp>
        <p:nvSpPr>
          <p:cNvPr id="115" name="Google Shape;115;g28a13e41bf2_0_136"/>
          <p:cNvSpPr txBox="1">
            <a:spLocks noGrp="1"/>
          </p:cNvSpPr>
          <p:nvPr>
            <p:ph type="subTitle" idx="1"/>
          </p:nvPr>
        </p:nvSpPr>
        <p:spPr>
          <a:xfrm>
            <a:off x="4144200" y="4410633"/>
            <a:ext cx="3903600" cy="927300"/>
          </a:xfrm>
          <a:prstGeom prst="rect">
            <a:avLst/>
          </a:prstGeom>
          <a:noFill/>
          <a:ln>
            <a:noFill/>
          </a:ln>
        </p:spPr>
        <p:txBody>
          <a:bodyPr spcFirstLastPara="1" wrap="square" lIns="91425" tIns="45700" rIns="91425" bIns="45700" anchor="t" anchorCtr="0">
            <a:normAutofit/>
          </a:bodyPr>
          <a:lstStyle>
            <a:lvl1pPr lvl="0" algn="ctr" rtl="0">
              <a:lnSpc>
                <a:spcPct val="100000"/>
              </a:lnSpc>
              <a:spcBef>
                <a:spcPts val="1000"/>
              </a:spcBef>
              <a:spcAft>
                <a:spcPts val="0"/>
              </a:spcAft>
              <a:buSzPts val="2300"/>
              <a:buNone/>
              <a:defRPr sz="2300"/>
            </a:lvl1pPr>
            <a:lvl2pPr lvl="1" algn="ctr" rtl="0">
              <a:lnSpc>
                <a:spcPct val="100000"/>
              </a:lnSpc>
              <a:spcBef>
                <a:spcPts val="500"/>
              </a:spcBef>
              <a:spcAft>
                <a:spcPts val="0"/>
              </a:spcAft>
              <a:buSzPts val="2300"/>
              <a:buNone/>
              <a:defRPr sz="2300"/>
            </a:lvl2pPr>
            <a:lvl3pPr lvl="2" algn="ctr" rtl="0">
              <a:lnSpc>
                <a:spcPct val="100000"/>
              </a:lnSpc>
              <a:spcBef>
                <a:spcPts val="500"/>
              </a:spcBef>
              <a:spcAft>
                <a:spcPts val="0"/>
              </a:spcAft>
              <a:buSzPts val="2300"/>
              <a:buNone/>
              <a:defRPr sz="2300"/>
            </a:lvl3pPr>
            <a:lvl4pPr lvl="3" algn="ctr" rtl="0">
              <a:lnSpc>
                <a:spcPct val="100000"/>
              </a:lnSpc>
              <a:spcBef>
                <a:spcPts val="500"/>
              </a:spcBef>
              <a:spcAft>
                <a:spcPts val="0"/>
              </a:spcAft>
              <a:buSzPts val="2300"/>
              <a:buNone/>
              <a:defRPr sz="2300"/>
            </a:lvl4pPr>
            <a:lvl5pPr lvl="4" algn="ctr" rtl="0">
              <a:lnSpc>
                <a:spcPct val="100000"/>
              </a:lnSpc>
              <a:spcBef>
                <a:spcPts val="500"/>
              </a:spcBef>
              <a:spcAft>
                <a:spcPts val="0"/>
              </a:spcAft>
              <a:buSzPts val="2300"/>
              <a:buNone/>
              <a:defRPr sz="2300"/>
            </a:lvl5pPr>
            <a:lvl6pPr lvl="5" algn="ctr" rtl="0">
              <a:lnSpc>
                <a:spcPct val="100000"/>
              </a:lnSpc>
              <a:spcBef>
                <a:spcPts val="500"/>
              </a:spcBef>
              <a:spcAft>
                <a:spcPts val="0"/>
              </a:spcAft>
              <a:buSzPts val="2300"/>
              <a:buNone/>
              <a:defRPr sz="2300"/>
            </a:lvl6pPr>
            <a:lvl7pPr lvl="6" algn="ctr" rtl="0">
              <a:lnSpc>
                <a:spcPct val="100000"/>
              </a:lnSpc>
              <a:spcBef>
                <a:spcPts val="500"/>
              </a:spcBef>
              <a:spcAft>
                <a:spcPts val="0"/>
              </a:spcAft>
              <a:buSzPts val="2300"/>
              <a:buNone/>
              <a:defRPr sz="2300"/>
            </a:lvl7pPr>
            <a:lvl8pPr lvl="7" algn="ctr" rtl="0">
              <a:lnSpc>
                <a:spcPct val="100000"/>
              </a:lnSpc>
              <a:spcBef>
                <a:spcPts val="500"/>
              </a:spcBef>
              <a:spcAft>
                <a:spcPts val="0"/>
              </a:spcAft>
              <a:buSzPts val="2300"/>
              <a:buNone/>
              <a:defRPr sz="2300"/>
            </a:lvl8pPr>
            <a:lvl9pPr lvl="8" algn="ctr" rtl="0">
              <a:lnSpc>
                <a:spcPct val="100000"/>
              </a:lnSpc>
              <a:spcBef>
                <a:spcPts val="500"/>
              </a:spcBef>
              <a:spcAft>
                <a:spcPts val="0"/>
              </a:spcAft>
              <a:buSzPts val="2300"/>
              <a:buNone/>
              <a:defRPr sz="2300"/>
            </a:lvl9pPr>
          </a:lstStyle>
          <a:p>
            <a:endParaRPr/>
          </a:p>
        </p:txBody>
      </p:sp>
      <p:sp>
        <p:nvSpPr>
          <p:cNvPr id="116" name="Google Shape;116;g28a13e41bf2_0_136"/>
          <p:cNvSpPr txBox="1">
            <a:spLocks noGrp="1"/>
          </p:cNvSpPr>
          <p:nvPr>
            <p:ph type="title" idx="2"/>
          </p:nvPr>
        </p:nvSpPr>
        <p:spPr>
          <a:xfrm>
            <a:off x="5355400" y="1481256"/>
            <a:ext cx="1481100" cy="1482000"/>
          </a:xfrm>
          <a:prstGeom prst="rect">
            <a:avLst/>
          </a:prstGeom>
          <a:solidFill>
            <a:schemeClr val="accent1"/>
          </a:solid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SzPts val="6400"/>
              <a:buNone/>
              <a:defRPr sz="6400"/>
            </a:lvl1pPr>
            <a:lvl2pPr lvl="1" algn="ctr" rtl="0">
              <a:lnSpc>
                <a:spcPct val="100000"/>
              </a:lnSpc>
              <a:spcBef>
                <a:spcPts val="0"/>
              </a:spcBef>
              <a:spcAft>
                <a:spcPts val="0"/>
              </a:spcAft>
              <a:buSzPts val="6400"/>
              <a:buNone/>
              <a:defRPr sz="6400"/>
            </a:lvl2pPr>
            <a:lvl3pPr lvl="2" algn="ctr" rtl="0">
              <a:lnSpc>
                <a:spcPct val="100000"/>
              </a:lnSpc>
              <a:spcBef>
                <a:spcPts val="0"/>
              </a:spcBef>
              <a:spcAft>
                <a:spcPts val="0"/>
              </a:spcAft>
              <a:buSzPts val="6400"/>
              <a:buNone/>
              <a:defRPr sz="6400"/>
            </a:lvl3pPr>
            <a:lvl4pPr lvl="3" algn="ctr" rtl="0">
              <a:lnSpc>
                <a:spcPct val="100000"/>
              </a:lnSpc>
              <a:spcBef>
                <a:spcPts val="0"/>
              </a:spcBef>
              <a:spcAft>
                <a:spcPts val="0"/>
              </a:spcAft>
              <a:buSzPts val="6400"/>
              <a:buNone/>
              <a:defRPr sz="6400"/>
            </a:lvl4pPr>
            <a:lvl5pPr lvl="4" algn="ctr" rtl="0">
              <a:lnSpc>
                <a:spcPct val="100000"/>
              </a:lnSpc>
              <a:spcBef>
                <a:spcPts val="0"/>
              </a:spcBef>
              <a:spcAft>
                <a:spcPts val="0"/>
              </a:spcAft>
              <a:buSzPts val="6400"/>
              <a:buNone/>
              <a:defRPr sz="6400"/>
            </a:lvl5pPr>
            <a:lvl6pPr lvl="5" algn="ctr" rtl="0">
              <a:lnSpc>
                <a:spcPct val="100000"/>
              </a:lnSpc>
              <a:spcBef>
                <a:spcPts val="0"/>
              </a:spcBef>
              <a:spcAft>
                <a:spcPts val="0"/>
              </a:spcAft>
              <a:buSzPts val="6400"/>
              <a:buNone/>
              <a:defRPr sz="6400"/>
            </a:lvl6pPr>
            <a:lvl7pPr lvl="6" algn="ctr" rtl="0">
              <a:lnSpc>
                <a:spcPct val="100000"/>
              </a:lnSpc>
              <a:spcBef>
                <a:spcPts val="0"/>
              </a:spcBef>
              <a:spcAft>
                <a:spcPts val="0"/>
              </a:spcAft>
              <a:buSzPts val="6400"/>
              <a:buNone/>
              <a:defRPr sz="6400"/>
            </a:lvl7pPr>
            <a:lvl8pPr lvl="7" algn="ctr" rtl="0">
              <a:lnSpc>
                <a:spcPct val="100000"/>
              </a:lnSpc>
              <a:spcBef>
                <a:spcPts val="0"/>
              </a:spcBef>
              <a:spcAft>
                <a:spcPts val="0"/>
              </a:spcAft>
              <a:buSzPts val="6400"/>
              <a:buNone/>
              <a:defRPr sz="6400"/>
            </a:lvl8pPr>
            <a:lvl9pPr lvl="8" algn="ctr" rtl="0">
              <a:lnSpc>
                <a:spcPct val="100000"/>
              </a:lnSpc>
              <a:spcBef>
                <a:spcPts val="0"/>
              </a:spcBef>
              <a:spcAft>
                <a:spcPts val="0"/>
              </a:spcAft>
              <a:buSzPts val="6400"/>
              <a:buNone/>
              <a:defRPr sz="6400"/>
            </a:lvl9pPr>
          </a:lstStyle>
          <a:p>
            <a:endParaRPr/>
          </a:p>
        </p:txBody>
      </p:sp>
      <p:grpSp>
        <p:nvGrpSpPr>
          <p:cNvPr id="117" name="Google Shape;117;g28a13e41bf2_0_136"/>
          <p:cNvGrpSpPr/>
          <p:nvPr/>
        </p:nvGrpSpPr>
        <p:grpSpPr>
          <a:xfrm>
            <a:off x="761881" y="720799"/>
            <a:ext cx="3488379" cy="3310684"/>
            <a:chOff x="571425" y="540613"/>
            <a:chExt cx="2616350" cy="2483075"/>
          </a:xfrm>
        </p:grpSpPr>
        <p:sp>
          <p:nvSpPr>
            <p:cNvPr id="118" name="Google Shape;118;g28a13e41bf2_0_136"/>
            <p:cNvSpPr/>
            <p:nvPr/>
          </p:nvSpPr>
          <p:spPr>
            <a:xfrm>
              <a:off x="717275" y="540613"/>
              <a:ext cx="2470500" cy="2483075"/>
            </a:xfrm>
            <a:custGeom>
              <a:avLst/>
              <a:gdLst/>
              <a:ahLst/>
              <a:cxnLst/>
              <a:rect l="l" t="t" r="r" b="b"/>
              <a:pathLst>
                <a:path w="98820" h="99323" extrusionOk="0">
                  <a:moveTo>
                    <a:pt x="0" y="99323"/>
                  </a:moveTo>
                  <a:lnTo>
                    <a:pt x="0" y="0"/>
                  </a:lnTo>
                  <a:lnTo>
                    <a:pt x="98820" y="0"/>
                  </a:lnTo>
                </a:path>
              </a:pathLst>
            </a:custGeom>
            <a:noFill/>
            <a:ln w="19050" cap="flat" cmpd="sng">
              <a:solidFill>
                <a:schemeClr val="accent1"/>
              </a:solidFill>
              <a:prstDash val="solid"/>
              <a:round/>
              <a:headEnd type="none" w="sm" len="sm"/>
              <a:tailEnd type="none" w="sm" len="sm"/>
            </a:ln>
          </p:spPr>
        </p:sp>
        <p:sp>
          <p:nvSpPr>
            <p:cNvPr id="119" name="Google Shape;119;g28a13e41bf2_0_136"/>
            <p:cNvSpPr/>
            <p:nvPr/>
          </p:nvSpPr>
          <p:spPr>
            <a:xfrm>
              <a:off x="583350" y="2010475"/>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g28a13e41bf2_0_136"/>
            <p:cNvSpPr/>
            <p:nvPr/>
          </p:nvSpPr>
          <p:spPr>
            <a:xfrm>
              <a:off x="583350" y="1690200"/>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g28a13e41bf2_0_136"/>
            <p:cNvSpPr/>
            <p:nvPr/>
          </p:nvSpPr>
          <p:spPr>
            <a:xfrm>
              <a:off x="571425" y="1369925"/>
              <a:ext cx="289200" cy="183900"/>
            </a:xfrm>
            <a:prstGeom prst="triangle">
              <a:avLst>
                <a:gd name="adj" fmla="val 49542"/>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2" name="Google Shape;122;g28a13e41bf2_0_136"/>
          <p:cNvGrpSpPr/>
          <p:nvPr/>
        </p:nvGrpSpPr>
        <p:grpSpPr>
          <a:xfrm>
            <a:off x="9969882" y="4635916"/>
            <a:ext cx="4444239" cy="4444174"/>
            <a:chOff x="-1157850" y="-1175191"/>
            <a:chExt cx="2325853" cy="2325818"/>
          </a:xfrm>
        </p:grpSpPr>
        <p:sp>
          <p:nvSpPr>
            <p:cNvPr id="123" name="Google Shape;123;g28a13e41bf2_0_136"/>
            <p:cNvSpPr/>
            <p:nvPr/>
          </p:nvSpPr>
          <p:spPr>
            <a:xfrm>
              <a:off x="-1157850" y="-1175191"/>
              <a:ext cx="2325853" cy="2325818"/>
            </a:xfrm>
            <a:custGeom>
              <a:avLst/>
              <a:gdLst/>
              <a:ahLst/>
              <a:cxnLst/>
              <a:rect l="l" t="t" r="r" b="b"/>
              <a:pathLst>
                <a:path w="67819" h="67818" fill="none" extrusionOk="0">
                  <a:moveTo>
                    <a:pt x="55741" y="12077"/>
                  </a:moveTo>
                  <a:cubicBezTo>
                    <a:pt x="67818" y="24133"/>
                    <a:pt x="67818" y="43684"/>
                    <a:pt x="55741" y="55741"/>
                  </a:cubicBezTo>
                  <a:cubicBezTo>
                    <a:pt x="43685" y="67818"/>
                    <a:pt x="24134" y="67818"/>
                    <a:pt x="12078" y="55741"/>
                  </a:cubicBezTo>
                  <a:cubicBezTo>
                    <a:pt x="1" y="43684"/>
                    <a:pt x="1" y="24133"/>
                    <a:pt x="12078" y="12077"/>
                  </a:cubicBezTo>
                  <a:cubicBezTo>
                    <a:pt x="24134" y="0"/>
                    <a:pt x="43685" y="0"/>
                    <a:pt x="55741" y="12077"/>
                  </a:cubicBezTo>
                  <a:close/>
                </a:path>
              </a:pathLst>
            </a:custGeom>
            <a:noFill/>
            <a:ln w="19050" cap="flat" cmpd="sng">
              <a:solidFill>
                <a:schemeClr val="dk1"/>
              </a:solidFill>
              <a:prstDash val="solid"/>
              <a:miter lim="20365"/>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g28a13e41bf2_0_136"/>
            <p:cNvSpPr/>
            <p:nvPr/>
          </p:nvSpPr>
          <p:spPr>
            <a:xfrm>
              <a:off x="-969954" y="-987329"/>
              <a:ext cx="1950048" cy="1950082"/>
            </a:xfrm>
            <a:custGeom>
              <a:avLst/>
              <a:gdLst/>
              <a:ahLst/>
              <a:cxnLst/>
              <a:rect l="l" t="t" r="r" b="b"/>
              <a:pathLst>
                <a:path w="56861" h="56862" fill="none" extrusionOk="0">
                  <a:moveTo>
                    <a:pt x="46739" y="10122"/>
                  </a:moveTo>
                  <a:cubicBezTo>
                    <a:pt x="56861" y="20224"/>
                    <a:pt x="56861" y="36638"/>
                    <a:pt x="46739" y="46740"/>
                  </a:cubicBezTo>
                  <a:cubicBezTo>
                    <a:pt x="36638" y="56861"/>
                    <a:pt x="20223" y="56861"/>
                    <a:pt x="10122" y="46740"/>
                  </a:cubicBezTo>
                  <a:cubicBezTo>
                    <a:pt x="0" y="36638"/>
                    <a:pt x="0" y="20224"/>
                    <a:pt x="10122" y="10122"/>
                  </a:cubicBezTo>
                  <a:cubicBezTo>
                    <a:pt x="20223" y="1"/>
                    <a:pt x="36638" y="1"/>
                    <a:pt x="46739" y="10122"/>
                  </a:cubicBezTo>
                  <a:close/>
                </a:path>
              </a:pathLst>
            </a:custGeom>
            <a:noFill/>
            <a:ln w="19050" cap="flat" cmpd="sng">
              <a:solidFill>
                <a:schemeClr val="dk1"/>
              </a:solidFill>
              <a:prstDash val="solid"/>
              <a:miter lim="20365"/>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 name="Google Shape;125;g28a13e41bf2_0_136"/>
            <p:cNvSpPr/>
            <p:nvPr/>
          </p:nvSpPr>
          <p:spPr>
            <a:xfrm>
              <a:off x="-782092" y="-799467"/>
              <a:ext cx="1574312" cy="1574312"/>
            </a:xfrm>
            <a:custGeom>
              <a:avLst/>
              <a:gdLst/>
              <a:ahLst/>
              <a:cxnLst/>
              <a:rect l="l" t="t" r="r" b="b"/>
              <a:pathLst>
                <a:path w="45905" h="45905" fill="none" extrusionOk="0">
                  <a:moveTo>
                    <a:pt x="37738" y="8167"/>
                  </a:moveTo>
                  <a:cubicBezTo>
                    <a:pt x="45905" y="16334"/>
                    <a:pt x="45905" y="29572"/>
                    <a:pt x="37738" y="37738"/>
                  </a:cubicBezTo>
                  <a:cubicBezTo>
                    <a:pt x="29571" y="45905"/>
                    <a:pt x="16334" y="45905"/>
                    <a:pt x="8167" y="37738"/>
                  </a:cubicBezTo>
                  <a:cubicBezTo>
                    <a:pt x="0" y="29572"/>
                    <a:pt x="0" y="16334"/>
                    <a:pt x="8167" y="8167"/>
                  </a:cubicBezTo>
                  <a:cubicBezTo>
                    <a:pt x="16334" y="1"/>
                    <a:pt x="29571" y="1"/>
                    <a:pt x="37738" y="8167"/>
                  </a:cubicBezTo>
                  <a:close/>
                </a:path>
              </a:pathLst>
            </a:custGeom>
            <a:noFill/>
            <a:ln w="19050" cap="flat" cmpd="sng">
              <a:solidFill>
                <a:schemeClr val="dk1"/>
              </a:solidFill>
              <a:prstDash val="solid"/>
              <a:miter lim="20365"/>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g28a13e41bf2_0_136"/>
            <p:cNvSpPr/>
            <p:nvPr/>
          </p:nvSpPr>
          <p:spPr>
            <a:xfrm>
              <a:off x="-617962" y="-636023"/>
              <a:ext cx="1246760" cy="1247446"/>
            </a:xfrm>
            <a:custGeom>
              <a:avLst/>
              <a:gdLst/>
              <a:ahLst/>
              <a:cxnLst/>
              <a:rect l="l" t="t" r="r" b="b"/>
              <a:pathLst>
                <a:path w="36354" h="36374" fill="none" extrusionOk="0">
                  <a:moveTo>
                    <a:pt x="25926" y="4277"/>
                  </a:moveTo>
                  <a:cubicBezTo>
                    <a:pt x="33604" y="8554"/>
                    <a:pt x="36353" y="18248"/>
                    <a:pt x="32076" y="25926"/>
                  </a:cubicBezTo>
                  <a:cubicBezTo>
                    <a:pt x="27799" y="33624"/>
                    <a:pt x="18105" y="36373"/>
                    <a:pt x="10428" y="32097"/>
                  </a:cubicBezTo>
                  <a:cubicBezTo>
                    <a:pt x="2750" y="27799"/>
                    <a:pt x="0" y="18105"/>
                    <a:pt x="4277" y="10428"/>
                  </a:cubicBezTo>
                  <a:cubicBezTo>
                    <a:pt x="8554" y="2750"/>
                    <a:pt x="18248" y="0"/>
                    <a:pt x="25926" y="4277"/>
                  </a:cubicBezTo>
                  <a:close/>
                </a:path>
              </a:pathLst>
            </a:custGeom>
            <a:noFill/>
            <a:ln w="19050" cap="flat" cmpd="sng">
              <a:solidFill>
                <a:schemeClr val="dk1"/>
              </a:solidFill>
              <a:prstDash val="solid"/>
              <a:miter lim="20365"/>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 name="Google Shape;127;g28a13e41bf2_0_136"/>
            <p:cNvSpPr/>
            <p:nvPr/>
          </p:nvSpPr>
          <p:spPr>
            <a:xfrm>
              <a:off x="-423104" y="-440479"/>
              <a:ext cx="856312" cy="856312"/>
            </a:xfrm>
            <a:custGeom>
              <a:avLst/>
              <a:gdLst/>
              <a:ahLst/>
              <a:cxnLst/>
              <a:rect l="l" t="t" r="r" b="b"/>
              <a:pathLst>
                <a:path w="24969" h="24969" fill="none" extrusionOk="0">
                  <a:moveTo>
                    <a:pt x="17861" y="2974"/>
                  </a:moveTo>
                  <a:cubicBezTo>
                    <a:pt x="23115" y="5948"/>
                    <a:pt x="24969" y="12607"/>
                    <a:pt x="21995" y="17861"/>
                  </a:cubicBezTo>
                  <a:cubicBezTo>
                    <a:pt x="19042" y="23116"/>
                    <a:pt x="12362" y="24969"/>
                    <a:pt x="7108" y="21996"/>
                  </a:cubicBezTo>
                  <a:cubicBezTo>
                    <a:pt x="1854" y="19022"/>
                    <a:pt x="0" y="12363"/>
                    <a:pt x="2974" y="7108"/>
                  </a:cubicBezTo>
                  <a:cubicBezTo>
                    <a:pt x="5947" y="1854"/>
                    <a:pt x="12607" y="1"/>
                    <a:pt x="17861" y="2974"/>
                  </a:cubicBezTo>
                  <a:close/>
                </a:path>
              </a:pathLst>
            </a:custGeom>
            <a:noFill/>
            <a:ln w="19050" cap="flat" cmpd="sng">
              <a:solidFill>
                <a:schemeClr val="dk1"/>
              </a:solidFill>
              <a:prstDash val="solid"/>
              <a:miter lim="20365"/>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 name="Google Shape;128;g28a13e41bf2_0_136"/>
            <p:cNvSpPr/>
            <p:nvPr/>
          </p:nvSpPr>
          <p:spPr>
            <a:xfrm>
              <a:off x="-226155" y="-243530"/>
              <a:ext cx="463085" cy="462399"/>
            </a:xfrm>
            <a:custGeom>
              <a:avLst/>
              <a:gdLst/>
              <a:ahLst/>
              <a:cxnLst/>
              <a:rect l="l" t="t" r="r" b="b"/>
              <a:pathLst>
                <a:path w="13503" h="13483" fill="none" extrusionOk="0">
                  <a:moveTo>
                    <a:pt x="11609" y="3341"/>
                  </a:moveTo>
                  <a:cubicBezTo>
                    <a:pt x="13503" y="6029"/>
                    <a:pt x="12851" y="9736"/>
                    <a:pt x="10163" y="11609"/>
                  </a:cubicBezTo>
                  <a:cubicBezTo>
                    <a:pt x="7475" y="13483"/>
                    <a:pt x="3768" y="12831"/>
                    <a:pt x="1895" y="10143"/>
                  </a:cubicBezTo>
                  <a:cubicBezTo>
                    <a:pt x="0" y="7455"/>
                    <a:pt x="652" y="3769"/>
                    <a:pt x="3340" y="1875"/>
                  </a:cubicBezTo>
                  <a:cubicBezTo>
                    <a:pt x="6029" y="1"/>
                    <a:pt x="9735" y="653"/>
                    <a:pt x="11609" y="3341"/>
                  </a:cubicBezTo>
                  <a:close/>
                </a:path>
              </a:pathLst>
            </a:custGeom>
            <a:noFill/>
            <a:ln w="19050" cap="flat" cmpd="sng">
              <a:solidFill>
                <a:schemeClr val="dk1"/>
              </a:solidFill>
              <a:prstDash val="solid"/>
              <a:miter lim="20365"/>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5" Type="http://schemas.openxmlformats.org/officeDocument/2006/relationships/slideLayout" Target="../slideLayouts/slideLayout13.xml"/><Relationship Id="rId10" Type="http://schemas.openxmlformats.org/officeDocument/2006/relationships/image" Target="../media/image1.jpg"/><Relationship Id="rId4" Type="http://schemas.openxmlformats.org/officeDocument/2006/relationships/slideLayout" Target="../slideLayouts/slideLayout12.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0">
            <a:alphaModFix/>
          </a:blip>
          <a:stretch>
            <a:fillRect/>
          </a:stretch>
        </a:blipFill>
        <a:effectLst/>
      </p:bgPr>
    </p:bg>
    <p:spTree>
      <p:nvGrpSpPr>
        <p:cNvPr id="1" name="Shape 9"/>
        <p:cNvGrpSpPr/>
        <p:nvPr/>
      </p:nvGrpSpPr>
      <p:grpSpPr>
        <a:xfrm>
          <a:off x="0" y="0"/>
          <a:ext cx="0" cy="0"/>
          <a:chOff x="0" y="0"/>
          <a:chExt cx="0" cy="0"/>
        </a:xfrm>
      </p:grpSpPr>
      <p:sp>
        <p:nvSpPr>
          <p:cNvPr id="10" name="Google Shape;10;p5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582C83"/>
              </a:buClr>
              <a:buSzPts val="4400"/>
              <a:buFont typeface="Libre Franklin Medium"/>
              <a:buNone/>
              <a:defRPr sz="4400" b="0" i="0" u="none" strike="noStrike" cap="none">
                <a:solidFill>
                  <a:srgbClr val="582C83"/>
                </a:solidFill>
                <a:latin typeface="Libre Franklin Medium"/>
                <a:ea typeface="Libre Franklin Medium"/>
                <a:cs typeface="Libre Franklin Medium"/>
                <a:sym typeface="Libre Franklin Medium"/>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accent2"/>
              </a:buClr>
              <a:buSzPts val="2800"/>
              <a:buFont typeface="Arial"/>
              <a:buChar char="•"/>
              <a:defRPr sz="2800" b="0" i="0" u="none" strike="noStrike" cap="none">
                <a:solidFill>
                  <a:schemeClr val="accent2"/>
                </a:solidFill>
                <a:latin typeface="Century Schoolbook"/>
                <a:ea typeface="Century Schoolbook"/>
                <a:cs typeface="Century Schoolbook"/>
                <a:sym typeface="Century Schoolbook"/>
              </a:defRPr>
            </a:lvl1pPr>
            <a:lvl2pPr marL="914400" marR="0" lvl="1" indent="-381000" algn="l" rtl="0">
              <a:lnSpc>
                <a:spcPct val="90000"/>
              </a:lnSpc>
              <a:spcBef>
                <a:spcPts val="500"/>
              </a:spcBef>
              <a:spcAft>
                <a:spcPts val="0"/>
              </a:spcAft>
              <a:buClr>
                <a:schemeClr val="accent2"/>
              </a:buClr>
              <a:buSzPts val="2400"/>
              <a:buFont typeface="Arial"/>
              <a:buChar char="•"/>
              <a:defRPr sz="2400" b="0" i="0" u="none" strike="noStrike" cap="none">
                <a:solidFill>
                  <a:schemeClr val="accent2"/>
                </a:solidFill>
                <a:latin typeface="Century Schoolbook"/>
                <a:ea typeface="Century Schoolbook"/>
                <a:cs typeface="Century Schoolbook"/>
                <a:sym typeface="Century Schoolbook"/>
              </a:defRPr>
            </a:lvl2pPr>
            <a:lvl3pPr marL="1371600" marR="0" lvl="2" indent="-355600" algn="l" rtl="0">
              <a:lnSpc>
                <a:spcPct val="90000"/>
              </a:lnSpc>
              <a:spcBef>
                <a:spcPts val="500"/>
              </a:spcBef>
              <a:spcAft>
                <a:spcPts val="0"/>
              </a:spcAft>
              <a:buClr>
                <a:schemeClr val="accent2"/>
              </a:buClr>
              <a:buSzPts val="2000"/>
              <a:buFont typeface="Arial"/>
              <a:buChar char="•"/>
              <a:defRPr sz="2000" b="0" i="0" u="none" strike="noStrike" cap="none">
                <a:solidFill>
                  <a:schemeClr val="accent2"/>
                </a:solidFill>
                <a:latin typeface="Century Schoolbook"/>
                <a:ea typeface="Century Schoolbook"/>
                <a:cs typeface="Century Schoolbook"/>
                <a:sym typeface="Century Schoolbook"/>
              </a:defRPr>
            </a:lvl3pPr>
            <a:lvl4pPr marL="1828800" marR="0" lvl="3" indent="-342900" algn="l" rtl="0">
              <a:lnSpc>
                <a:spcPct val="90000"/>
              </a:lnSpc>
              <a:spcBef>
                <a:spcPts val="500"/>
              </a:spcBef>
              <a:spcAft>
                <a:spcPts val="0"/>
              </a:spcAft>
              <a:buClr>
                <a:schemeClr val="accent2"/>
              </a:buClr>
              <a:buSzPts val="1800"/>
              <a:buFont typeface="Arial"/>
              <a:buChar char="•"/>
              <a:defRPr sz="1800" b="0" i="0" u="none" strike="noStrike" cap="none">
                <a:solidFill>
                  <a:schemeClr val="accent2"/>
                </a:solidFill>
                <a:latin typeface="Century Schoolbook"/>
                <a:ea typeface="Century Schoolbook"/>
                <a:cs typeface="Century Schoolbook"/>
                <a:sym typeface="Century Schoolbook"/>
              </a:defRPr>
            </a:lvl4pPr>
            <a:lvl5pPr marL="2286000" marR="0" lvl="4" indent="-342900" algn="l" rtl="0">
              <a:lnSpc>
                <a:spcPct val="90000"/>
              </a:lnSpc>
              <a:spcBef>
                <a:spcPts val="500"/>
              </a:spcBef>
              <a:spcAft>
                <a:spcPts val="0"/>
              </a:spcAft>
              <a:buClr>
                <a:schemeClr val="accent2"/>
              </a:buClr>
              <a:buSzPts val="1800"/>
              <a:buFont typeface="Arial"/>
              <a:buChar char="•"/>
              <a:defRPr sz="1800" b="0" i="0" u="none" strike="noStrike" cap="none">
                <a:solidFill>
                  <a:schemeClr val="accent2"/>
                </a:solidFill>
                <a:latin typeface="Century Schoolbook"/>
                <a:ea typeface="Century Schoolbook"/>
                <a:cs typeface="Century Schoolbook"/>
                <a:sym typeface="Century Schoolboo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Schoolbook"/>
                <a:ea typeface="Century Schoolbook"/>
                <a:cs typeface="Century Schoolbook"/>
                <a:sym typeface="Century Schoolbook"/>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Schoolbook"/>
                <a:ea typeface="Century Schoolbook"/>
                <a:cs typeface="Century Schoolbook"/>
                <a:sym typeface="Century Schoolbook"/>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Schoolbook"/>
                <a:ea typeface="Century Schoolbook"/>
                <a:cs typeface="Century Schoolbook"/>
                <a:sym typeface="Century Schoolbook"/>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Schoolbook"/>
                <a:ea typeface="Century Schoolbook"/>
                <a:cs typeface="Century Schoolbook"/>
                <a:sym typeface="Century Schoolbook"/>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0">
            <a:alphaModFix/>
          </a:blip>
          <a:stretch>
            <a:fillRect/>
          </a:stretch>
        </a:blipFill>
        <a:effectLst/>
      </p:bgPr>
    </p:bg>
    <p:spTree>
      <p:nvGrpSpPr>
        <p:cNvPr id="1" name="Shape 69"/>
        <p:cNvGrpSpPr/>
        <p:nvPr/>
      </p:nvGrpSpPr>
      <p:grpSpPr>
        <a:xfrm>
          <a:off x="0" y="0"/>
          <a:ext cx="0" cy="0"/>
          <a:chOff x="0" y="0"/>
          <a:chExt cx="0" cy="0"/>
        </a:xfrm>
      </p:grpSpPr>
      <p:sp>
        <p:nvSpPr>
          <p:cNvPr id="70" name="Google Shape;70;g28a13e41bf2_0_9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582C83"/>
              </a:buClr>
              <a:buSzPts val="4400"/>
              <a:buFont typeface="Libre Franklin Medium"/>
              <a:buNone/>
              <a:defRPr sz="4400" b="0" i="0" u="none" strike="noStrike" cap="none">
                <a:solidFill>
                  <a:srgbClr val="582C83"/>
                </a:solidFill>
                <a:latin typeface="Libre Franklin Medium"/>
                <a:ea typeface="Libre Franklin Medium"/>
                <a:cs typeface="Libre Franklin Medium"/>
                <a:sym typeface="Libre Franklin Medium"/>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1" name="Google Shape;71;g28a13e41bf2_0_92"/>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accent2"/>
              </a:buClr>
              <a:buSzPts val="2800"/>
              <a:buFont typeface="Arial"/>
              <a:buChar char="•"/>
              <a:defRPr sz="2800" b="0" i="0" u="none" strike="noStrike" cap="none">
                <a:solidFill>
                  <a:schemeClr val="accent2"/>
                </a:solidFill>
                <a:latin typeface="Century Schoolbook"/>
                <a:ea typeface="Century Schoolbook"/>
                <a:cs typeface="Century Schoolbook"/>
                <a:sym typeface="Century Schoolbook"/>
              </a:defRPr>
            </a:lvl1pPr>
            <a:lvl2pPr marL="914400" marR="0" lvl="1" indent="-381000" algn="l" rtl="0">
              <a:lnSpc>
                <a:spcPct val="90000"/>
              </a:lnSpc>
              <a:spcBef>
                <a:spcPts val="500"/>
              </a:spcBef>
              <a:spcAft>
                <a:spcPts val="0"/>
              </a:spcAft>
              <a:buClr>
                <a:schemeClr val="accent2"/>
              </a:buClr>
              <a:buSzPts val="2400"/>
              <a:buFont typeface="Arial"/>
              <a:buChar char="•"/>
              <a:defRPr sz="2400" b="0" i="0" u="none" strike="noStrike" cap="none">
                <a:solidFill>
                  <a:schemeClr val="accent2"/>
                </a:solidFill>
                <a:latin typeface="Century Schoolbook"/>
                <a:ea typeface="Century Schoolbook"/>
                <a:cs typeface="Century Schoolbook"/>
                <a:sym typeface="Century Schoolbook"/>
              </a:defRPr>
            </a:lvl2pPr>
            <a:lvl3pPr marL="1371600" marR="0" lvl="2" indent="-355600" algn="l" rtl="0">
              <a:lnSpc>
                <a:spcPct val="90000"/>
              </a:lnSpc>
              <a:spcBef>
                <a:spcPts val="500"/>
              </a:spcBef>
              <a:spcAft>
                <a:spcPts val="0"/>
              </a:spcAft>
              <a:buClr>
                <a:schemeClr val="accent2"/>
              </a:buClr>
              <a:buSzPts val="2000"/>
              <a:buFont typeface="Arial"/>
              <a:buChar char="•"/>
              <a:defRPr sz="2000" b="0" i="0" u="none" strike="noStrike" cap="none">
                <a:solidFill>
                  <a:schemeClr val="accent2"/>
                </a:solidFill>
                <a:latin typeface="Century Schoolbook"/>
                <a:ea typeface="Century Schoolbook"/>
                <a:cs typeface="Century Schoolbook"/>
                <a:sym typeface="Century Schoolbook"/>
              </a:defRPr>
            </a:lvl3pPr>
            <a:lvl4pPr marL="1828800" marR="0" lvl="3" indent="-342900" algn="l" rtl="0">
              <a:lnSpc>
                <a:spcPct val="90000"/>
              </a:lnSpc>
              <a:spcBef>
                <a:spcPts val="500"/>
              </a:spcBef>
              <a:spcAft>
                <a:spcPts val="0"/>
              </a:spcAft>
              <a:buClr>
                <a:schemeClr val="accent2"/>
              </a:buClr>
              <a:buSzPts val="1800"/>
              <a:buFont typeface="Arial"/>
              <a:buChar char="•"/>
              <a:defRPr sz="1800" b="0" i="0" u="none" strike="noStrike" cap="none">
                <a:solidFill>
                  <a:schemeClr val="accent2"/>
                </a:solidFill>
                <a:latin typeface="Century Schoolbook"/>
                <a:ea typeface="Century Schoolbook"/>
                <a:cs typeface="Century Schoolbook"/>
                <a:sym typeface="Century Schoolbook"/>
              </a:defRPr>
            </a:lvl4pPr>
            <a:lvl5pPr marL="2286000" marR="0" lvl="4" indent="-342900" algn="l" rtl="0">
              <a:lnSpc>
                <a:spcPct val="90000"/>
              </a:lnSpc>
              <a:spcBef>
                <a:spcPts val="500"/>
              </a:spcBef>
              <a:spcAft>
                <a:spcPts val="0"/>
              </a:spcAft>
              <a:buClr>
                <a:schemeClr val="accent2"/>
              </a:buClr>
              <a:buSzPts val="1800"/>
              <a:buFont typeface="Arial"/>
              <a:buChar char="•"/>
              <a:defRPr sz="1800" b="0" i="0" u="none" strike="noStrike" cap="none">
                <a:solidFill>
                  <a:schemeClr val="accent2"/>
                </a:solidFill>
                <a:latin typeface="Century Schoolbook"/>
                <a:ea typeface="Century Schoolbook"/>
                <a:cs typeface="Century Schoolbook"/>
                <a:sym typeface="Century Schoolboo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Schoolbook"/>
                <a:ea typeface="Century Schoolbook"/>
                <a:cs typeface="Century Schoolbook"/>
                <a:sym typeface="Century Schoolbook"/>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Schoolbook"/>
                <a:ea typeface="Century Schoolbook"/>
                <a:cs typeface="Century Schoolbook"/>
                <a:sym typeface="Century Schoolbook"/>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Schoolbook"/>
                <a:ea typeface="Century Schoolbook"/>
                <a:cs typeface="Century Schoolbook"/>
                <a:sym typeface="Century Schoolbook"/>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Schoolbook"/>
                <a:ea typeface="Century Schoolbook"/>
                <a:cs typeface="Century Schoolbook"/>
                <a:sym typeface="Century Schoolbook"/>
              </a:defRPr>
            </a:lvl9pPr>
          </a:lstStyle>
          <a:p>
            <a:endParaRPr/>
          </a:p>
        </p:txBody>
      </p:sp>
    </p:spTree>
  </p:cSld>
  <p:clrMap bg1="lt1" tx1="dk1" bg2="dk2"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docs.google.com/presentation/d/1k_dso4xQQFQvXTA3a20KClD_xM8vOLU_/edit#slide=id.p1"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7.xml"/><Relationship Id="rId1" Type="http://schemas.openxmlformats.org/officeDocument/2006/relationships/slideLayout" Target="../slideLayouts/slideLayout10.xml"/><Relationship Id="rId4" Type="http://schemas.openxmlformats.org/officeDocument/2006/relationships/image" Target="../media/image6.png"/></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hyperlink" Target="https://forms.gle/ofQBgakbCE4ToSmM6" TargetMode="Externa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
          <p:cNvSpPr txBox="1">
            <a:spLocks noGrp="1"/>
          </p:cNvSpPr>
          <p:nvPr>
            <p:ph type="ctrTitle"/>
          </p:nvPr>
        </p:nvSpPr>
        <p:spPr>
          <a:xfrm>
            <a:off x="1524000" y="24936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582C83"/>
              </a:buClr>
              <a:buSzPts val="6000"/>
              <a:buFont typeface="Libre Franklin Medium"/>
              <a:buNone/>
            </a:pPr>
            <a:r>
              <a:rPr lang="en-US"/>
              <a:t>Welcome to SGA!</a:t>
            </a:r>
            <a:endParaRPr/>
          </a:p>
        </p:txBody>
      </p:sp>
      <p:sp>
        <p:nvSpPr>
          <p:cNvPr id="134" name="Google Shape;134;p1"/>
          <p:cNvSpPr txBox="1">
            <a:spLocks noGrp="1"/>
          </p:cNvSpPr>
          <p:nvPr>
            <p:ph type="subTitle" idx="1"/>
          </p:nvPr>
        </p:nvSpPr>
        <p:spPr>
          <a:xfrm>
            <a:off x="762000" y="4973317"/>
            <a:ext cx="10668000" cy="5709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accent2"/>
              </a:buClr>
              <a:buSzPts val="2400"/>
              <a:buNone/>
            </a:pPr>
            <a:r>
              <a:rPr lang="en-US"/>
              <a:t>October 9, 2023</a:t>
            </a:r>
            <a:endParaRPr/>
          </a:p>
        </p:txBody>
      </p:sp>
      <p:pic>
        <p:nvPicPr>
          <p:cNvPr id="135" name="Google Shape;135;p1"/>
          <p:cNvPicPr preferRelativeResize="0"/>
          <p:nvPr/>
        </p:nvPicPr>
        <p:blipFill rotWithShape="1">
          <a:blip r:embed="rId3">
            <a:alphaModFix/>
          </a:blip>
          <a:srcRect/>
          <a:stretch/>
        </p:blipFill>
        <p:spPr>
          <a:xfrm>
            <a:off x="4286913" y="165550"/>
            <a:ext cx="3618175" cy="3618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Agenda</a:t>
            </a:r>
            <a:endParaRPr/>
          </a:p>
        </p:txBody>
      </p:sp>
      <p:sp>
        <p:nvSpPr>
          <p:cNvPr id="142" name="Google Shape;142;p2"/>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lnSpc>
                <a:spcPct val="90000"/>
              </a:lnSpc>
              <a:spcBef>
                <a:spcPts val="1000"/>
              </a:spcBef>
              <a:spcAft>
                <a:spcPts val="0"/>
              </a:spcAft>
              <a:buSzPct val="75630"/>
              <a:buNone/>
            </a:pPr>
            <a:r>
              <a:rPr lang="en-US"/>
              <a:t>Guest speaker(s): – Leslie Hoffmann </a:t>
            </a:r>
            <a:endParaRPr/>
          </a:p>
          <a:p>
            <a:pPr marL="0" lvl="0" indent="0" algn="l" rtl="0">
              <a:lnSpc>
                <a:spcPct val="90000"/>
              </a:lnSpc>
              <a:spcBef>
                <a:spcPts val="1000"/>
              </a:spcBef>
              <a:spcAft>
                <a:spcPts val="0"/>
              </a:spcAft>
              <a:buSzPct val="75630"/>
              <a:buNone/>
            </a:pPr>
            <a:endParaRPr/>
          </a:p>
          <a:p>
            <a:pPr marL="0" lvl="0" indent="0" algn="l" rtl="0">
              <a:lnSpc>
                <a:spcPct val="90000"/>
              </a:lnSpc>
              <a:spcBef>
                <a:spcPts val="1000"/>
              </a:spcBef>
              <a:spcAft>
                <a:spcPts val="0"/>
              </a:spcAft>
              <a:buSzPct val="75630"/>
              <a:buNone/>
            </a:pPr>
            <a:r>
              <a:rPr lang="en-US"/>
              <a:t>Officer, class, &amp; at-large reports</a:t>
            </a:r>
            <a:endParaRPr/>
          </a:p>
          <a:p>
            <a:pPr marL="0" lvl="0" indent="0" algn="l" rtl="0">
              <a:lnSpc>
                <a:spcPct val="90000"/>
              </a:lnSpc>
              <a:spcBef>
                <a:spcPts val="1000"/>
              </a:spcBef>
              <a:spcAft>
                <a:spcPts val="0"/>
              </a:spcAft>
              <a:buSzPct val="75630"/>
              <a:buNone/>
            </a:pPr>
            <a:endParaRPr/>
          </a:p>
          <a:p>
            <a:pPr marL="0" lvl="0" indent="0" algn="l" rtl="0">
              <a:lnSpc>
                <a:spcPct val="90000"/>
              </a:lnSpc>
              <a:spcBef>
                <a:spcPts val="1000"/>
              </a:spcBef>
              <a:spcAft>
                <a:spcPts val="0"/>
              </a:spcAft>
              <a:buSzPct val="75630"/>
              <a:buNone/>
            </a:pPr>
            <a:r>
              <a:rPr lang="en-US"/>
              <a:t>Committee reports</a:t>
            </a:r>
            <a:endParaRPr/>
          </a:p>
          <a:p>
            <a:pPr marL="0" lvl="0" indent="0" algn="l" rtl="0">
              <a:lnSpc>
                <a:spcPct val="90000"/>
              </a:lnSpc>
              <a:spcBef>
                <a:spcPts val="1000"/>
              </a:spcBef>
              <a:spcAft>
                <a:spcPts val="0"/>
              </a:spcAft>
              <a:buSzPct val="75630"/>
              <a:buNone/>
            </a:pPr>
            <a:endParaRPr/>
          </a:p>
          <a:p>
            <a:pPr marL="0" lvl="0" indent="0" algn="l" rtl="0">
              <a:lnSpc>
                <a:spcPct val="90000"/>
              </a:lnSpc>
              <a:spcBef>
                <a:spcPts val="1000"/>
              </a:spcBef>
              <a:spcAft>
                <a:spcPts val="0"/>
              </a:spcAft>
              <a:buSzPct val="75630"/>
              <a:buNone/>
            </a:pPr>
            <a:r>
              <a:rPr lang="en-US"/>
              <a:t>Old business: Pins </a:t>
            </a:r>
            <a:endParaRPr/>
          </a:p>
          <a:p>
            <a:pPr marL="0" lvl="0" indent="0" algn="l" rtl="0">
              <a:lnSpc>
                <a:spcPct val="90000"/>
              </a:lnSpc>
              <a:spcBef>
                <a:spcPts val="1000"/>
              </a:spcBef>
              <a:spcAft>
                <a:spcPts val="0"/>
              </a:spcAft>
              <a:buSzPct val="75630"/>
              <a:buNone/>
            </a:pPr>
            <a:endParaRPr/>
          </a:p>
          <a:p>
            <a:pPr marL="0" lvl="0" indent="0" algn="l" rtl="0">
              <a:lnSpc>
                <a:spcPct val="90000"/>
              </a:lnSpc>
              <a:spcBef>
                <a:spcPts val="1000"/>
              </a:spcBef>
              <a:spcAft>
                <a:spcPts val="0"/>
              </a:spcAft>
              <a:buSzPct val="75630"/>
              <a:buNone/>
            </a:pPr>
            <a:r>
              <a:rPr lang="en-US"/>
              <a:t>New business </a:t>
            </a:r>
            <a:r>
              <a:rPr lang="en-US" sz="1100" u="sng">
                <a:solidFill>
                  <a:schemeClr val="hlink"/>
                </a:solidFill>
                <a:latin typeface="Arial"/>
                <a:ea typeface="Arial"/>
                <a:cs typeface="Arial"/>
                <a:sym typeface="Arial"/>
                <a:hlinkClick r:id="rId3"/>
              </a:rPr>
              <a:t>SGA Powerpoint-10/3/2022 .pptx - Google Slides</a:t>
            </a:r>
            <a:endParaRPr b="1"/>
          </a:p>
          <a:p>
            <a:pPr marL="0" lvl="0" indent="0" algn="l" rtl="0">
              <a:lnSpc>
                <a:spcPct val="90000"/>
              </a:lnSpc>
              <a:spcBef>
                <a:spcPts val="1000"/>
              </a:spcBef>
              <a:spcAft>
                <a:spcPts val="0"/>
              </a:spcAft>
              <a:buSzPct val="75630"/>
              <a:buNone/>
            </a:pPr>
            <a:endParaRPr/>
          </a:p>
          <a:p>
            <a:pPr marL="0" lvl="0" indent="0" algn="l" rtl="0">
              <a:lnSpc>
                <a:spcPct val="90000"/>
              </a:lnSpc>
              <a:spcBef>
                <a:spcPts val="1000"/>
              </a:spcBef>
              <a:spcAft>
                <a:spcPts val="0"/>
              </a:spcAft>
              <a:buSzPct val="75630"/>
              <a:buNone/>
            </a:pPr>
            <a:r>
              <a:rPr lang="en-US"/>
              <a:t>Open forum &amp; announcements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3"/>
          <p:cNvSpPr txBox="1">
            <a:spLocks noGrp="1"/>
          </p:cNvSpPr>
          <p:nvPr>
            <p:ph type="ctrTitle"/>
          </p:nvPr>
        </p:nvSpPr>
        <p:spPr>
          <a:xfrm>
            <a:off x="1524000" y="59468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Guest Speaker</a:t>
            </a:r>
            <a:endParaRPr/>
          </a:p>
        </p:txBody>
      </p:sp>
      <p:sp>
        <p:nvSpPr>
          <p:cNvPr id="149" name="Google Shape;149;p3"/>
          <p:cNvSpPr txBox="1">
            <a:spLocks noGrp="1"/>
          </p:cNvSpPr>
          <p:nvPr>
            <p:ph type="subTitle" idx="1"/>
          </p:nvPr>
        </p:nvSpPr>
        <p:spPr>
          <a:xfrm>
            <a:off x="783250" y="3173425"/>
            <a:ext cx="11022300" cy="1655700"/>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1200"/>
              </a:spcBef>
              <a:spcAft>
                <a:spcPts val="0"/>
              </a:spcAft>
              <a:buSzPts val="2400"/>
              <a:buNone/>
            </a:pPr>
            <a:r>
              <a:rPr lang="en-US" sz="3000"/>
              <a:t>                                     Leslie Hoffmann </a:t>
            </a:r>
            <a:endParaRPr sz="3000"/>
          </a:p>
          <a:p>
            <a:pPr marL="0" lvl="0" indent="0" algn="l" rtl="0">
              <a:lnSpc>
                <a:spcPct val="90000"/>
              </a:lnSpc>
              <a:spcBef>
                <a:spcPts val="1200"/>
              </a:spcBef>
              <a:spcAft>
                <a:spcPts val="0"/>
              </a:spcAft>
              <a:buSzPts val="2400"/>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28a087282d5_0_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Leslie Hoffmann</a:t>
            </a:r>
            <a:endParaRPr/>
          </a:p>
        </p:txBody>
      </p:sp>
      <p:sp>
        <p:nvSpPr>
          <p:cNvPr id="156" name="Google Shape;156;g28a087282d5_0_6"/>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-Who am I?</a:t>
            </a:r>
            <a:endParaRPr/>
          </a:p>
          <a:p>
            <a:pPr marL="0" lvl="0" indent="0" algn="l" rtl="0">
              <a:spcBef>
                <a:spcPts val="1000"/>
              </a:spcBef>
              <a:spcAft>
                <a:spcPts val="0"/>
              </a:spcAft>
              <a:buNone/>
            </a:pPr>
            <a:r>
              <a:rPr lang="en-US"/>
              <a:t>   	PROUD PALADIN!  But there is a little more….</a:t>
            </a:r>
            <a:endParaRPr/>
          </a:p>
          <a:p>
            <a:pPr marL="0" lvl="0" indent="0" algn="l" rtl="0">
              <a:spcBef>
                <a:spcPts val="1000"/>
              </a:spcBef>
              <a:spcAft>
                <a:spcPts val="0"/>
              </a:spcAft>
              <a:buNone/>
            </a:pPr>
            <a:r>
              <a:rPr lang="en-US"/>
              <a:t>-What do I do?</a:t>
            </a:r>
            <a:endParaRPr/>
          </a:p>
          <a:p>
            <a:pPr marL="457200" lvl="0" indent="0" algn="l" rtl="0">
              <a:spcBef>
                <a:spcPts val="1000"/>
              </a:spcBef>
              <a:spcAft>
                <a:spcPts val="0"/>
              </a:spcAft>
              <a:buNone/>
            </a:pPr>
            <a:r>
              <a:rPr lang="en-US"/>
              <a:t>Work directly with SGA Treasurer, FUSAB VP of Finance and Council Advisors.</a:t>
            </a:r>
            <a:endParaRPr/>
          </a:p>
          <a:p>
            <a:pPr marL="0" lvl="0" indent="0" algn="l" rtl="0">
              <a:spcBef>
                <a:spcPts val="1000"/>
              </a:spcBef>
              <a:spcAft>
                <a:spcPts val="0"/>
              </a:spcAft>
              <a:buNone/>
            </a:pPr>
            <a:r>
              <a:rPr lang="en-US"/>
              <a:t>-Why was my position created?</a:t>
            </a:r>
            <a:endParaRPr/>
          </a:p>
          <a:p>
            <a:pPr marL="0" lvl="0" indent="0" algn="l" rtl="0">
              <a:spcBef>
                <a:spcPts val="1000"/>
              </a:spcBef>
              <a:spcAft>
                <a:spcPts val="0"/>
              </a:spcAft>
              <a:buNone/>
            </a:pPr>
            <a:r>
              <a:rPr lang="en-US"/>
              <a:t>	To be a designated resource for student leaders,  help create </a:t>
            </a:r>
            <a:endParaRPr/>
          </a:p>
          <a:p>
            <a:pPr marL="0" lvl="0" indent="457200" algn="l" rtl="0">
              <a:spcBef>
                <a:spcPts val="1000"/>
              </a:spcBef>
              <a:spcAft>
                <a:spcPts val="0"/>
              </a:spcAft>
              <a:buNone/>
            </a:pPr>
            <a:r>
              <a:rPr lang="en-US"/>
              <a:t>efficiencies in financial processes,  advise on budget issues.</a:t>
            </a:r>
            <a:endParaRPr/>
          </a:p>
        </p:txBody>
      </p:sp>
    </p:spTree>
  </p:cSld>
  <p:clrMapOvr>
    <a:masterClrMapping/>
  </p:clrMapOvr>
  <p:transition spd="med">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g28a23e57386_0_1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SGA AT A FINANCIAL GLANCE</a:t>
            </a:r>
            <a:endParaRPr/>
          </a:p>
        </p:txBody>
      </p:sp>
      <p:sp>
        <p:nvSpPr>
          <p:cNvPr id="163" name="Google Shape;163;g28a23e57386_0_12"/>
          <p:cNvSpPr txBox="1">
            <a:spLocks noGrp="1"/>
          </p:cNvSpPr>
          <p:nvPr>
            <p:ph type="body" idx="1"/>
          </p:nvPr>
        </p:nvSpPr>
        <p:spPr>
          <a:xfrm>
            <a:off x="838200" y="1690825"/>
            <a:ext cx="5181600" cy="4351200"/>
          </a:xfrm>
          <a:prstGeom prst="rect">
            <a:avLst/>
          </a:prstGeom>
        </p:spPr>
        <p:txBody>
          <a:bodyPr spcFirstLastPara="1" wrap="square" lIns="91425" tIns="45700" rIns="91425" bIns="45700" anchor="t" anchorCtr="0">
            <a:normAutofit fontScale="77500" lnSpcReduction="20000"/>
          </a:bodyPr>
          <a:lstStyle/>
          <a:p>
            <a:pPr marL="0" lvl="0" indent="0" algn="l" rtl="0">
              <a:spcBef>
                <a:spcPts val="1000"/>
              </a:spcBef>
              <a:spcAft>
                <a:spcPts val="0"/>
              </a:spcAft>
              <a:buNone/>
            </a:pPr>
            <a:r>
              <a:rPr lang="en-US" b="1"/>
              <a:t>SGA Funds Allocation</a:t>
            </a:r>
            <a:endParaRPr b="1"/>
          </a:p>
          <a:p>
            <a:pPr marL="0" lvl="0" indent="0" algn="l" rtl="0">
              <a:spcBef>
                <a:spcPts val="1000"/>
              </a:spcBef>
              <a:spcAft>
                <a:spcPts val="0"/>
              </a:spcAft>
              <a:buNone/>
            </a:pPr>
            <a:r>
              <a:rPr lang="en-US"/>
              <a:t>Revenue is received each semester from Student Activity Fees</a:t>
            </a:r>
            <a:endParaRPr/>
          </a:p>
          <a:p>
            <a:pPr marL="0" lvl="0" indent="0" algn="l" rtl="0">
              <a:spcBef>
                <a:spcPts val="1000"/>
              </a:spcBef>
              <a:spcAft>
                <a:spcPts val="0"/>
              </a:spcAft>
              <a:buNone/>
            </a:pPr>
            <a:r>
              <a:rPr lang="en-US"/>
              <a:t>	-32.5% to FUSAB</a:t>
            </a:r>
            <a:endParaRPr/>
          </a:p>
          <a:p>
            <a:pPr marL="457200" lvl="0" indent="0" algn="l" rtl="0">
              <a:spcBef>
                <a:spcPts val="1000"/>
              </a:spcBef>
              <a:spcAft>
                <a:spcPts val="0"/>
              </a:spcAft>
              <a:buNone/>
            </a:pPr>
            <a:r>
              <a:rPr lang="en-US"/>
              <a:t>-8% each to Diversity, Council, Religious Council,Club Sports</a:t>
            </a:r>
            <a:endParaRPr/>
          </a:p>
          <a:p>
            <a:pPr marL="0" lvl="0" indent="0" algn="l" rtl="0">
              <a:spcBef>
                <a:spcPts val="1000"/>
              </a:spcBef>
              <a:spcAft>
                <a:spcPts val="0"/>
              </a:spcAft>
              <a:buNone/>
            </a:pPr>
            <a:r>
              <a:rPr lang="en-US"/>
              <a:t>	-2% to Resident Life Council</a:t>
            </a:r>
            <a:endParaRPr/>
          </a:p>
          <a:p>
            <a:pPr marL="0" lvl="0" indent="0" algn="l" rtl="0">
              <a:spcBef>
                <a:spcPts val="1000"/>
              </a:spcBef>
              <a:spcAft>
                <a:spcPts val="0"/>
              </a:spcAft>
              <a:buNone/>
            </a:pPr>
            <a:r>
              <a:rPr lang="en-US"/>
              <a:t>	-4 % to Campus Recreation</a:t>
            </a:r>
            <a:endParaRPr/>
          </a:p>
          <a:p>
            <a:pPr marL="457200" lvl="0" indent="0" algn="l" rtl="0">
              <a:spcBef>
                <a:spcPts val="1000"/>
              </a:spcBef>
              <a:spcAft>
                <a:spcPts val="0"/>
              </a:spcAft>
              <a:buNone/>
            </a:pPr>
            <a:r>
              <a:rPr lang="en-US"/>
              <a:t>-remainder (about 37.5%) to  SGA.	</a:t>
            </a:r>
            <a:endParaRPr/>
          </a:p>
          <a:p>
            <a:pPr marL="0" lvl="0" indent="0" algn="l" rtl="0">
              <a:spcBef>
                <a:spcPts val="1000"/>
              </a:spcBef>
              <a:spcAft>
                <a:spcPts val="0"/>
              </a:spcAft>
              <a:buNone/>
            </a:pPr>
            <a:r>
              <a:rPr lang="en-US"/>
              <a:t>-SGA belongs to all students-always keep in mind we need to be responsible  stewards of the funds we are entrusted with.</a:t>
            </a:r>
            <a:endParaRPr/>
          </a:p>
        </p:txBody>
      </p:sp>
      <p:sp>
        <p:nvSpPr>
          <p:cNvPr id="164" name="Google Shape;164;g28a23e57386_0_12"/>
          <p:cNvSpPr txBox="1">
            <a:spLocks noGrp="1"/>
          </p:cNvSpPr>
          <p:nvPr>
            <p:ph type="body" idx="2"/>
          </p:nvPr>
        </p:nvSpPr>
        <p:spPr>
          <a:xfrm>
            <a:off x="5815275" y="1690825"/>
            <a:ext cx="5792400" cy="4351200"/>
          </a:xfrm>
          <a:prstGeom prst="rect">
            <a:avLst/>
          </a:prstGeom>
        </p:spPr>
        <p:txBody>
          <a:bodyPr spcFirstLastPara="1" wrap="square" lIns="91425" tIns="45700" rIns="91425" bIns="45700" anchor="t" anchorCtr="0">
            <a:normAutofit fontScale="62500" lnSpcReduction="10000"/>
          </a:bodyPr>
          <a:lstStyle/>
          <a:p>
            <a:pPr marL="0" lvl="0" indent="0" algn="l" rtl="0">
              <a:spcBef>
                <a:spcPts val="1000"/>
              </a:spcBef>
              <a:spcAft>
                <a:spcPts val="0"/>
              </a:spcAft>
              <a:buNone/>
            </a:pPr>
            <a:r>
              <a:rPr lang="en-US" sz="3440" b="1"/>
              <a:t>SGA Funds Management</a:t>
            </a:r>
            <a:endParaRPr sz="3440" b="1"/>
          </a:p>
          <a:p>
            <a:pPr marL="0" lvl="0" indent="0" algn="l" rtl="0">
              <a:spcBef>
                <a:spcPts val="1000"/>
              </a:spcBef>
              <a:spcAft>
                <a:spcPts val="0"/>
              </a:spcAft>
              <a:buNone/>
            </a:pPr>
            <a:r>
              <a:rPr lang="en-US"/>
              <a:t>-</a:t>
            </a:r>
            <a:r>
              <a:rPr lang="en-US" sz="3460"/>
              <a:t>Annual Budgets are submitted in the Spring for next academic year.</a:t>
            </a:r>
            <a:endParaRPr sz="3460"/>
          </a:p>
          <a:p>
            <a:pPr marL="0" lvl="0" indent="0" algn="l" rtl="0">
              <a:spcBef>
                <a:spcPts val="1000"/>
              </a:spcBef>
              <a:spcAft>
                <a:spcPts val="0"/>
              </a:spcAft>
              <a:buNone/>
            </a:pPr>
            <a:r>
              <a:rPr lang="en-US" sz="3460"/>
              <a:t>-The SGA Treasurer and Finance Committee will review and approve.</a:t>
            </a:r>
            <a:endParaRPr sz="3460"/>
          </a:p>
          <a:p>
            <a:pPr marL="0" lvl="0" indent="0" algn="l" rtl="0">
              <a:spcBef>
                <a:spcPts val="1000"/>
              </a:spcBef>
              <a:spcAft>
                <a:spcPts val="0"/>
              </a:spcAft>
              <a:buNone/>
            </a:pPr>
            <a:r>
              <a:rPr lang="en-US" sz="3460"/>
              <a:t>-Review process is going to take into account each club’s activity from last year, one time requests,  details for request.</a:t>
            </a:r>
            <a:endParaRPr sz="3460"/>
          </a:p>
          <a:p>
            <a:pPr marL="0" lvl="0" indent="0" algn="l" rtl="0">
              <a:spcBef>
                <a:spcPts val="1000"/>
              </a:spcBef>
              <a:spcAft>
                <a:spcPts val="0"/>
              </a:spcAft>
              <a:buNone/>
            </a:pPr>
            <a:r>
              <a:rPr lang="en-US" sz="3460"/>
              <a:t>-Clubs do not keep funds from year to year- money goes back to SGA general funds.</a:t>
            </a:r>
            <a:endParaRPr sz="3460"/>
          </a:p>
          <a:p>
            <a:pPr marL="0" lvl="0" indent="0" algn="l" rtl="0">
              <a:spcBef>
                <a:spcPts val="1000"/>
              </a:spcBef>
              <a:spcAft>
                <a:spcPts val="0"/>
              </a:spcAft>
              <a:buNone/>
            </a:pPr>
            <a:r>
              <a:rPr lang="en-US" sz="3460"/>
              <a:t>-Budgets are finalized once activity fees are allocated, </a:t>
            </a:r>
            <a:r>
              <a:rPr lang="en-US" sz="3460" u="sng"/>
              <a:t>but can be used before they are finalized.</a:t>
            </a:r>
            <a:endParaRPr/>
          </a:p>
        </p:txBody>
      </p:sp>
    </p:spTree>
  </p:cSld>
  <p:clrMapOvr>
    <a:masterClrMapping/>
  </p:clrMapOvr>
  <mc:AlternateContent xmlns:mc="http://schemas.openxmlformats.org/markup-compatibility/2006" xmlns:p14="http://schemas.microsoft.com/office/powerpoint/2010/main">
    <mc:Choice Requires="p14">
      <p:transition spd="med">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4"/>
          <p:cNvSpPr txBox="1">
            <a:spLocks noGrp="1"/>
          </p:cNvSpPr>
          <p:nvPr>
            <p:ph type="ctrTitle"/>
          </p:nvPr>
        </p:nvSpPr>
        <p:spPr>
          <a:xfrm>
            <a:off x="1524000" y="2870694"/>
            <a:ext cx="9144000" cy="1116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Exec Reports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28a13e41bf2_4_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Dean Cassidy</a:t>
            </a:r>
            <a:endParaRPr/>
          </a:p>
        </p:txBody>
      </p:sp>
      <p:sp>
        <p:nvSpPr>
          <p:cNvPr id="177" name="Google Shape;177;g28a13e41bf2_4_0"/>
          <p:cNvSpPr txBox="1"/>
          <p:nvPr/>
        </p:nvSpPr>
        <p:spPr>
          <a:xfrm>
            <a:off x="838200" y="1646150"/>
            <a:ext cx="10515600" cy="3894300"/>
          </a:xfrm>
          <a:prstGeom prst="rect">
            <a:avLst/>
          </a:prstGeom>
          <a:noFill/>
          <a:ln>
            <a:noFill/>
          </a:ln>
        </p:spPr>
        <p:txBody>
          <a:bodyPr spcFirstLastPara="1" wrap="square" lIns="91425" tIns="91425" rIns="91425" bIns="91425" anchor="t" anchorCtr="0">
            <a:spAutoFit/>
          </a:bodyPr>
          <a:lstStyle/>
          <a:p>
            <a:pPr marL="457200" lvl="0" indent="-355600" algn="l" rtl="0">
              <a:lnSpc>
                <a:spcPct val="115000"/>
              </a:lnSpc>
              <a:spcBef>
                <a:spcPts val="0"/>
              </a:spcBef>
              <a:spcAft>
                <a:spcPts val="0"/>
              </a:spcAft>
              <a:buClr>
                <a:srgbClr val="000000"/>
              </a:buClr>
              <a:buSzPts val="2000"/>
              <a:buChar char="●"/>
            </a:pPr>
            <a:r>
              <a:rPr lang="en-US" sz="2000"/>
              <a:t>Fall Break is this weekend. No classes on Monday or Tuesday.</a:t>
            </a:r>
            <a:endParaRPr sz="2000"/>
          </a:p>
          <a:p>
            <a:pPr marL="457200" lvl="0" indent="0" algn="l" rtl="0">
              <a:lnSpc>
                <a:spcPct val="115000"/>
              </a:lnSpc>
              <a:spcBef>
                <a:spcPts val="1200"/>
              </a:spcBef>
              <a:spcAft>
                <a:spcPts val="0"/>
              </a:spcAft>
              <a:buNone/>
            </a:pPr>
            <a:endParaRPr sz="2000"/>
          </a:p>
          <a:p>
            <a:pPr marL="457200" lvl="0" indent="-355600" algn="l" rtl="0">
              <a:lnSpc>
                <a:spcPct val="115000"/>
              </a:lnSpc>
              <a:spcBef>
                <a:spcPts val="1200"/>
              </a:spcBef>
              <a:spcAft>
                <a:spcPts val="0"/>
              </a:spcAft>
              <a:buClr>
                <a:srgbClr val="000000"/>
              </a:buClr>
              <a:buSzPts val="2000"/>
              <a:buChar char="●"/>
            </a:pPr>
            <a:r>
              <a:rPr lang="en-US" sz="2000"/>
              <a:t>Email with adjusted service hours for Fall Break will come out on Thursday. </a:t>
            </a:r>
            <a:endParaRPr sz="2000"/>
          </a:p>
          <a:p>
            <a:pPr marL="457200" lvl="0" indent="0" algn="l" rtl="0">
              <a:lnSpc>
                <a:spcPct val="115000"/>
              </a:lnSpc>
              <a:spcBef>
                <a:spcPts val="1200"/>
              </a:spcBef>
              <a:spcAft>
                <a:spcPts val="0"/>
              </a:spcAft>
              <a:buNone/>
            </a:pPr>
            <a:endParaRPr sz="2000"/>
          </a:p>
          <a:p>
            <a:pPr marL="457200" lvl="0" indent="-355600" algn="l" rtl="0">
              <a:lnSpc>
                <a:spcPct val="115000"/>
              </a:lnSpc>
              <a:spcBef>
                <a:spcPts val="1200"/>
              </a:spcBef>
              <a:spcAft>
                <a:spcPts val="0"/>
              </a:spcAft>
              <a:buClr>
                <a:srgbClr val="000000"/>
              </a:buClr>
              <a:buSzPts val="2000"/>
              <a:buChar char="●"/>
            </a:pPr>
            <a:r>
              <a:rPr lang="en-US" sz="2000"/>
              <a:t>Flu shot clinics on Tuesday (Library outside) and Thursday (DH upstairs), 12-3 p.m.</a:t>
            </a:r>
            <a:endParaRPr sz="2000"/>
          </a:p>
          <a:p>
            <a:pPr marL="457200" lvl="0" indent="0" algn="l" rtl="0">
              <a:lnSpc>
                <a:spcPct val="115000"/>
              </a:lnSpc>
              <a:spcBef>
                <a:spcPts val="1200"/>
              </a:spcBef>
              <a:spcAft>
                <a:spcPts val="0"/>
              </a:spcAft>
              <a:buNone/>
            </a:pPr>
            <a:endParaRPr sz="2000"/>
          </a:p>
          <a:p>
            <a:pPr marL="457200" lvl="0" indent="-355600" algn="l" rtl="0">
              <a:lnSpc>
                <a:spcPct val="115000"/>
              </a:lnSpc>
              <a:spcBef>
                <a:spcPts val="1200"/>
              </a:spcBef>
              <a:spcAft>
                <a:spcPts val="0"/>
              </a:spcAft>
              <a:buClr>
                <a:srgbClr val="000000"/>
              </a:buClr>
              <a:buSzPts val="2000"/>
              <a:buChar char="●"/>
            </a:pPr>
            <a:r>
              <a:rPr lang="en-US" sz="2000"/>
              <a:t>Registration holds being added for first-year students who have not completed the Get Inclusive requirement - alcohol, drugs, sexual misconduct online training.</a:t>
            </a:r>
            <a:endParaRPr sz="1600">
              <a:latin typeface="Century Schoolbook"/>
              <a:ea typeface="Century Schoolbook"/>
              <a:cs typeface="Century Schoolbook"/>
              <a:sym typeface="Century Schoolbook"/>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5"/>
          <p:cNvSpPr txBox="1">
            <a:spLocks noGrp="1"/>
          </p:cNvSpPr>
          <p:nvPr>
            <p:ph type="title"/>
          </p:nvPr>
        </p:nvSpPr>
        <p:spPr>
          <a:xfrm>
            <a:off x="74038" y="8115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Meredith Ervin </a:t>
            </a:r>
            <a:endParaRPr/>
          </a:p>
        </p:txBody>
      </p:sp>
      <p:sp>
        <p:nvSpPr>
          <p:cNvPr id="184" name="Google Shape;184;p5"/>
          <p:cNvSpPr txBox="1"/>
          <p:nvPr/>
        </p:nvSpPr>
        <p:spPr>
          <a:xfrm>
            <a:off x="455050" y="2326505"/>
            <a:ext cx="9753600" cy="2586000"/>
          </a:xfrm>
          <a:prstGeom prst="rect">
            <a:avLst/>
          </a:prstGeom>
          <a:noFill/>
          <a:ln>
            <a:noFill/>
          </a:ln>
        </p:spPr>
        <p:txBody>
          <a:bodyPr spcFirstLastPara="1" wrap="square" lIns="91425" tIns="91425" rIns="91425" bIns="91425" anchor="t" anchorCtr="0">
            <a:spAutoFit/>
          </a:bodyPr>
          <a:lstStyle/>
          <a:p>
            <a:pPr marL="457200" lvl="0" indent="-393700" algn="l" rtl="0">
              <a:spcBef>
                <a:spcPts val="0"/>
              </a:spcBef>
              <a:spcAft>
                <a:spcPts val="0"/>
              </a:spcAft>
              <a:buSzPts val="2600"/>
              <a:buFont typeface="Century Schoolbook"/>
              <a:buChar char="-"/>
            </a:pPr>
            <a:r>
              <a:rPr lang="en-US" sz="2600">
                <a:latin typeface="Century Schoolbook"/>
                <a:ea typeface="Century Schoolbook"/>
                <a:cs typeface="Century Schoolbook"/>
                <a:sym typeface="Century Schoolbook"/>
              </a:rPr>
              <a:t> International Reps were decided on and now will be attending SGA meetings!!!</a:t>
            </a:r>
            <a:endParaRPr sz="2600">
              <a:latin typeface="Century Schoolbook"/>
              <a:ea typeface="Century Schoolbook"/>
              <a:cs typeface="Century Schoolbook"/>
              <a:sym typeface="Century Schoolbook"/>
            </a:endParaRPr>
          </a:p>
          <a:p>
            <a:pPr marL="457200" lvl="0" indent="-393700" algn="l" rtl="0">
              <a:spcBef>
                <a:spcPts val="0"/>
              </a:spcBef>
              <a:spcAft>
                <a:spcPts val="0"/>
              </a:spcAft>
              <a:buSzPts val="2600"/>
              <a:buFont typeface="Century Schoolbook"/>
              <a:buChar char="-"/>
            </a:pPr>
            <a:r>
              <a:rPr lang="en-US" sz="2600">
                <a:latin typeface="Century Schoolbook"/>
                <a:ea typeface="Century Schoolbook"/>
                <a:cs typeface="Century Schoolbook"/>
                <a:sym typeface="Century Schoolbook"/>
              </a:rPr>
              <a:t>Be thinking of HOCO ideas… use the groupme to discuss thoughts :)    (Must be submitted by October 16th)</a:t>
            </a:r>
            <a:endParaRPr sz="2600">
              <a:latin typeface="Century Schoolbook"/>
              <a:ea typeface="Century Schoolbook"/>
              <a:cs typeface="Century Schoolbook"/>
              <a:sym typeface="Century Schoolbook"/>
            </a:endParaRPr>
          </a:p>
          <a:p>
            <a:pPr marL="457200" lvl="0" indent="-393700" algn="l" rtl="0">
              <a:spcBef>
                <a:spcPts val="0"/>
              </a:spcBef>
              <a:spcAft>
                <a:spcPts val="0"/>
              </a:spcAft>
              <a:buSzPts val="2600"/>
              <a:buFont typeface="Century Schoolbook"/>
              <a:buChar char="-"/>
            </a:pPr>
            <a:r>
              <a:rPr lang="en-US" sz="2600">
                <a:latin typeface="Century Schoolbook"/>
                <a:ea typeface="Century Schoolbook"/>
                <a:cs typeface="Century Schoolbook"/>
                <a:sym typeface="Century Schoolbook"/>
              </a:rPr>
              <a:t>Please fill out feedback form I sent last week so I can discuss with exec.</a:t>
            </a:r>
            <a:endParaRPr sz="2600">
              <a:latin typeface="Century Schoolbook"/>
              <a:ea typeface="Century Schoolbook"/>
              <a:cs typeface="Century Schoolbook"/>
              <a:sym typeface="Century Schoolbook"/>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6"/>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Yaseen Echekki </a:t>
            </a:r>
            <a:endParaRPr/>
          </a:p>
        </p:txBody>
      </p:sp>
      <p:sp>
        <p:nvSpPr>
          <p:cNvPr id="191" name="Google Shape;191;p6"/>
          <p:cNvSpPr txBox="1"/>
          <p:nvPr/>
        </p:nvSpPr>
        <p:spPr>
          <a:xfrm>
            <a:off x="838200" y="1999775"/>
            <a:ext cx="9455700" cy="872700"/>
          </a:xfrm>
          <a:prstGeom prst="rect">
            <a:avLst/>
          </a:prstGeom>
          <a:noFill/>
          <a:ln>
            <a:noFill/>
          </a:ln>
        </p:spPr>
        <p:txBody>
          <a:bodyPr spcFirstLastPara="1" wrap="square" lIns="91425" tIns="91425" rIns="91425" bIns="91425" anchor="t" anchorCtr="0">
            <a:spAutoFit/>
          </a:bodyPr>
          <a:lstStyle/>
          <a:p>
            <a:pPr marL="457200" lvl="0" indent="-342900" algn="l" rtl="0">
              <a:lnSpc>
                <a:spcPct val="115000"/>
              </a:lnSpc>
              <a:spcBef>
                <a:spcPts val="0"/>
              </a:spcBef>
              <a:spcAft>
                <a:spcPts val="0"/>
              </a:spcAft>
              <a:buClr>
                <a:schemeClr val="dk1"/>
              </a:buClr>
              <a:buSzPts val="1800"/>
              <a:buChar char="-"/>
            </a:pPr>
            <a:endParaRPr sz="1800">
              <a:solidFill>
                <a:srgbClr val="ADADAD"/>
              </a:solidFill>
            </a:endParaRPr>
          </a:p>
          <a:p>
            <a:pPr marL="0" lvl="0" indent="0" algn="l" rtl="0">
              <a:spcBef>
                <a:spcPts val="1200"/>
              </a:spcBef>
              <a:spcAft>
                <a:spcPts val="0"/>
              </a:spcAft>
              <a:buNone/>
            </a:pPr>
            <a:endParaRPr>
              <a:latin typeface="Century Schoolbook"/>
              <a:ea typeface="Century Schoolbook"/>
              <a:cs typeface="Century Schoolbook"/>
              <a:sym typeface="Century Schoolbook"/>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Andrew Cooter </a:t>
            </a:r>
            <a:endParaRPr/>
          </a:p>
        </p:txBody>
      </p:sp>
      <p:sp>
        <p:nvSpPr>
          <p:cNvPr id="198" name="Google Shape;198;p7"/>
          <p:cNvSpPr txBox="1"/>
          <p:nvPr/>
        </p:nvSpPr>
        <p:spPr>
          <a:xfrm>
            <a:off x="932800" y="1935900"/>
            <a:ext cx="9742500" cy="1785600"/>
          </a:xfrm>
          <a:prstGeom prst="rect">
            <a:avLst/>
          </a:prstGeom>
          <a:noFill/>
          <a:ln>
            <a:noFill/>
          </a:ln>
        </p:spPr>
        <p:txBody>
          <a:bodyPr spcFirstLastPara="1" wrap="square" lIns="91425" tIns="91425" rIns="91425" bIns="91425" anchor="t" anchorCtr="0">
            <a:spAutoFit/>
          </a:bodyPr>
          <a:lstStyle/>
          <a:p>
            <a:pPr marL="457200" lvl="0" indent="-393700" algn="l" rtl="0">
              <a:spcBef>
                <a:spcPts val="0"/>
              </a:spcBef>
              <a:spcAft>
                <a:spcPts val="0"/>
              </a:spcAft>
              <a:buSzPts val="2600"/>
              <a:buFont typeface="Century Schoolbook"/>
              <a:buChar char="●"/>
            </a:pPr>
            <a:r>
              <a:rPr lang="en-US" sz="2600">
                <a:latin typeface="Century Schoolbook"/>
                <a:ea typeface="Century Schoolbook"/>
                <a:cs typeface="Century Schoolbook"/>
                <a:sym typeface="Century Schoolbook"/>
              </a:rPr>
              <a:t>Budget emails were (finally) sent out last Tuesday</a:t>
            </a:r>
            <a:endParaRPr sz="2600">
              <a:latin typeface="Century Schoolbook"/>
              <a:ea typeface="Century Schoolbook"/>
              <a:cs typeface="Century Schoolbook"/>
              <a:sym typeface="Century Schoolbook"/>
            </a:endParaRPr>
          </a:p>
          <a:p>
            <a:pPr marL="914400" lvl="1" indent="-393700" algn="l" rtl="0">
              <a:spcBef>
                <a:spcPts val="0"/>
              </a:spcBef>
              <a:spcAft>
                <a:spcPts val="0"/>
              </a:spcAft>
              <a:buSzPts val="2600"/>
              <a:buFont typeface="Century Schoolbook"/>
              <a:buChar char="○"/>
            </a:pPr>
            <a:r>
              <a:rPr lang="en-US" sz="2600">
                <a:latin typeface="Century Schoolbook"/>
                <a:ea typeface="Century Schoolbook"/>
                <a:cs typeface="Century Schoolbook"/>
                <a:sym typeface="Century Schoolbook"/>
              </a:rPr>
              <a:t>Forms on SyncDin were streamlined</a:t>
            </a:r>
            <a:endParaRPr sz="2600">
              <a:latin typeface="Century Schoolbook"/>
              <a:ea typeface="Century Schoolbook"/>
              <a:cs typeface="Century Schoolbook"/>
              <a:sym typeface="Century Schoolbook"/>
            </a:endParaRPr>
          </a:p>
          <a:p>
            <a:pPr marL="457200" lvl="0" indent="-393700" algn="l" rtl="0">
              <a:spcBef>
                <a:spcPts val="0"/>
              </a:spcBef>
              <a:spcAft>
                <a:spcPts val="0"/>
              </a:spcAft>
              <a:buSzPts val="2600"/>
              <a:buFont typeface="Century Schoolbook"/>
              <a:buChar char="●"/>
            </a:pPr>
            <a:r>
              <a:rPr lang="en-US" sz="2600">
                <a:latin typeface="Century Schoolbook"/>
                <a:ea typeface="Century Schoolbook"/>
                <a:cs typeface="Century Schoolbook"/>
                <a:sym typeface="Century Schoolbook"/>
              </a:rPr>
              <a:t>Music Festival funding approval in NB</a:t>
            </a:r>
            <a:endParaRPr sz="2600">
              <a:latin typeface="Century Schoolbook"/>
              <a:ea typeface="Century Schoolbook"/>
              <a:cs typeface="Century Schoolbook"/>
              <a:sym typeface="Century Schoolbook"/>
            </a:endParaRPr>
          </a:p>
          <a:p>
            <a:pPr marL="457200" lvl="0" indent="-393700" algn="l" rtl="0">
              <a:spcBef>
                <a:spcPts val="0"/>
              </a:spcBef>
              <a:spcAft>
                <a:spcPts val="0"/>
              </a:spcAft>
              <a:buSzPts val="2600"/>
              <a:buFont typeface="Century Schoolbook"/>
              <a:buChar char="●"/>
            </a:pPr>
            <a:r>
              <a:rPr lang="en-US" sz="2600">
                <a:latin typeface="Century Schoolbook"/>
                <a:ea typeface="Century Schoolbook"/>
                <a:cs typeface="Century Schoolbook"/>
                <a:sym typeface="Century Schoolbook"/>
              </a:rPr>
              <a:t>Trolley during Hoco Carnival - funded by us?</a:t>
            </a:r>
            <a:endParaRPr sz="2600">
              <a:latin typeface="Century Schoolbook"/>
              <a:ea typeface="Century Schoolbook"/>
              <a:cs typeface="Century Schoolbook"/>
              <a:sym typeface="Century Schoolbook"/>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8"/>
          <p:cNvSpPr txBox="1">
            <a:spLocks noGrp="1"/>
          </p:cNvSpPr>
          <p:nvPr>
            <p:ph type="title"/>
          </p:nvPr>
        </p:nvSpPr>
        <p:spPr>
          <a:xfrm>
            <a:off x="437000" y="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Carly Gillis </a:t>
            </a:r>
            <a:endParaRPr/>
          </a:p>
        </p:txBody>
      </p:sp>
      <p:sp>
        <p:nvSpPr>
          <p:cNvPr id="205" name="Google Shape;205;p8"/>
          <p:cNvSpPr txBox="1"/>
          <p:nvPr/>
        </p:nvSpPr>
        <p:spPr>
          <a:xfrm>
            <a:off x="152000" y="1271413"/>
            <a:ext cx="5502600" cy="754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300">
              <a:latin typeface="Century Schoolbook"/>
              <a:ea typeface="Century Schoolbook"/>
              <a:cs typeface="Century Schoolbook"/>
              <a:sym typeface="Century Schoolbook"/>
            </a:endParaRPr>
          </a:p>
          <a:p>
            <a:pPr marL="0" lvl="0" indent="0" algn="l" rtl="0">
              <a:spcBef>
                <a:spcPts val="0"/>
              </a:spcBef>
              <a:spcAft>
                <a:spcPts val="0"/>
              </a:spcAft>
              <a:buNone/>
            </a:pPr>
            <a:endParaRPr>
              <a:latin typeface="Century Schoolbook"/>
              <a:ea typeface="Century Schoolbook"/>
              <a:cs typeface="Century Schoolbook"/>
              <a:sym typeface="Century Schoolbook"/>
            </a:endParaRPr>
          </a:p>
        </p:txBody>
      </p:sp>
      <p:sp>
        <p:nvSpPr>
          <p:cNvPr id="206" name="Google Shape;206;p8"/>
          <p:cNvSpPr txBox="1"/>
          <p:nvPr/>
        </p:nvSpPr>
        <p:spPr>
          <a:xfrm>
            <a:off x="152000" y="1325701"/>
            <a:ext cx="10515600" cy="2955300"/>
          </a:xfrm>
          <a:prstGeom prst="rect">
            <a:avLst/>
          </a:prstGeom>
          <a:noFill/>
          <a:ln>
            <a:noFill/>
          </a:ln>
        </p:spPr>
        <p:txBody>
          <a:bodyPr spcFirstLastPara="1" wrap="square" lIns="91425" tIns="91425" rIns="91425" bIns="91425" anchor="t" anchorCtr="0">
            <a:spAutoFit/>
          </a:bodyPr>
          <a:lstStyle/>
          <a:p>
            <a:pPr marL="457200" lvl="0" indent="-355600" algn="l" rtl="0">
              <a:spcBef>
                <a:spcPts val="0"/>
              </a:spcBef>
              <a:spcAft>
                <a:spcPts val="0"/>
              </a:spcAft>
              <a:buSzPts val="2000"/>
              <a:buFont typeface="Century Schoolbook"/>
              <a:buChar char="-"/>
            </a:pPr>
            <a:r>
              <a:rPr lang="en-US" sz="2000">
                <a:latin typeface="Century Schoolbook"/>
                <a:ea typeface="Century Schoolbook"/>
                <a:cs typeface="Century Schoolbook"/>
                <a:sym typeface="Century Schoolbook"/>
              </a:rPr>
              <a:t>Paladin Ink is doing the takeover this week with the HORROR NIGHT 👻😱</a:t>
            </a:r>
            <a:endParaRPr sz="2000">
              <a:latin typeface="Century Schoolbook"/>
              <a:ea typeface="Century Schoolbook"/>
              <a:cs typeface="Century Schoolbook"/>
              <a:sym typeface="Century Schoolbook"/>
            </a:endParaRPr>
          </a:p>
          <a:p>
            <a:pPr marL="457200" lvl="0" indent="-355600" algn="l" rtl="0">
              <a:spcBef>
                <a:spcPts val="0"/>
              </a:spcBef>
              <a:spcAft>
                <a:spcPts val="0"/>
              </a:spcAft>
              <a:buSzPts val="2000"/>
              <a:buFont typeface="Century Schoolbook"/>
              <a:buChar char="-"/>
            </a:pPr>
            <a:r>
              <a:rPr lang="en-US" sz="2000">
                <a:latin typeface="Century Schoolbook"/>
                <a:ea typeface="Century Schoolbook"/>
                <a:cs typeface="Century Schoolbook"/>
                <a:sym typeface="Century Schoolbook"/>
              </a:rPr>
              <a:t>Game day series was a success! Planning to do Furman cheer next :) </a:t>
            </a:r>
            <a:endParaRPr sz="2000">
              <a:latin typeface="Century Schoolbook"/>
              <a:ea typeface="Century Schoolbook"/>
              <a:cs typeface="Century Schoolbook"/>
              <a:sym typeface="Century Schoolbook"/>
            </a:endParaRPr>
          </a:p>
          <a:p>
            <a:pPr marL="457200" lvl="0" indent="-355600" algn="l" rtl="0">
              <a:spcBef>
                <a:spcPts val="0"/>
              </a:spcBef>
              <a:spcAft>
                <a:spcPts val="0"/>
              </a:spcAft>
              <a:buSzPts val="2000"/>
              <a:buFont typeface="Century Schoolbook"/>
              <a:buChar char="-"/>
            </a:pPr>
            <a:r>
              <a:rPr lang="en-US" sz="2000">
                <a:latin typeface="Century Schoolbook"/>
                <a:ea typeface="Century Schoolbook"/>
                <a:cs typeface="Century Schoolbook"/>
                <a:sym typeface="Century Schoolbook"/>
              </a:rPr>
              <a:t>NEDA work is going splendidly, meeting with Tony McGuirt in the next two weeks to discuss language, using Gwen Hirko and Dean Boyd as touch points. Have recieved more direction and are utilizing the RAs as a way to discuss ED awareness as they have a relationship with their residents. Will be working/continuing on doing passive awareness in the meantime </a:t>
            </a:r>
            <a:endParaRPr sz="2000">
              <a:latin typeface="Century Schoolbook"/>
              <a:ea typeface="Century Schoolbook"/>
              <a:cs typeface="Century Schoolbook"/>
              <a:sym typeface="Century Schoolbook"/>
            </a:endParaRPr>
          </a:p>
          <a:p>
            <a:pPr marL="457200" lvl="0" indent="-355600" algn="l" rtl="0">
              <a:spcBef>
                <a:spcPts val="0"/>
              </a:spcBef>
              <a:spcAft>
                <a:spcPts val="0"/>
              </a:spcAft>
              <a:buSzPts val="2000"/>
              <a:buFont typeface="Century Schoolbook"/>
              <a:buChar char="-"/>
            </a:pPr>
            <a:r>
              <a:rPr lang="en-US" sz="2000">
                <a:latin typeface="Century Schoolbook"/>
                <a:ea typeface="Century Schoolbook"/>
                <a:cs typeface="Century Schoolbook"/>
                <a:sym typeface="Century Schoolbook"/>
              </a:rPr>
              <a:t>Freshmen: would love one of you to be in the PR committee :) </a:t>
            </a:r>
            <a:endParaRPr sz="2000">
              <a:latin typeface="Century Schoolbook"/>
              <a:ea typeface="Century Schoolbook"/>
              <a:cs typeface="Century Schoolbook"/>
              <a:sym typeface="Century Schoolbook"/>
            </a:endParaRPr>
          </a:p>
          <a:p>
            <a:pPr marL="457200" lvl="0" indent="-355600" algn="l" rtl="0">
              <a:spcBef>
                <a:spcPts val="0"/>
              </a:spcBef>
              <a:spcAft>
                <a:spcPts val="0"/>
              </a:spcAft>
              <a:buSzPts val="2000"/>
              <a:buFont typeface="Century Schoolbook"/>
              <a:buChar char="-"/>
            </a:pPr>
            <a:r>
              <a:rPr lang="en-US" sz="2000">
                <a:latin typeface="Century Schoolbook"/>
                <a:ea typeface="Century Schoolbook"/>
                <a:cs typeface="Century Schoolbook"/>
                <a:sym typeface="Century Schoolbook"/>
              </a:rPr>
              <a:t>BoT meeting this week!! </a:t>
            </a:r>
            <a:endParaRPr sz="2000">
              <a:latin typeface="Century Schoolbook"/>
              <a:ea typeface="Century Schoolbook"/>
              <a:cs typeface="Century Schoolbook"/>
              <a:sym typeface="Century Schoolbook"/>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g15e3577ae9f_1_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Lydia McCarty </a:t>
            </a:r>
            <a:endParaRPr/>
          </a:p>
        </p:txBody>
      </p:sp>
      <p:sp>
        <p:nvSpPr>
          <p:cNvPr id="213" name="Google Shape;213;g15e3577ae9f_1_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a:p>
            <a:pPr marL="0" lvl="0" indent="0" algn="l" rtl="0">
              <a:spcBef>
                <a:spcPts val="1000"/>
              </a:spcBef>
              <a:spcAft>
                <a:spcPts val="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g28834b2d3a2_0_0"/>
          <p:cNvSpPr txBox="1">
            <a:spLocks noGrp="1"/>
          </p:cNvSpPr>
          <p:nvPr>
            <p:ph type="title"/>
          </p:nvPr>
        </p:nvSpPr>
        <p:spPr>
          <a:xfrm>
            <a:off x="838200" y="0"/>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Tatyana Gonzalez </a:t>
            </a:r>
            <a:endParaRPr/>
          </a:p>
        </p:txBody>
      </p:sp>
      <p:sp>
        <p:nvSpPr>
          <p:cNvPr id="220" name="Google Shape;220;g28834b2d3a2_0_0"/>
          <p:cNvSpPr txBox="1">
            <a:spLocks noGrp="1"/>
          </p:cNvSpPr>
          <p:nvPr>
            <p:ph type="body" idx="1"/>
          </p:nvPr>
        </p:nvSpPr>
        <p:spPr>
          <a:xfrm>
            <a:off x="286875" y="1147475"/>
            <a:ext cx="8283300" cy="4930500"/>
          </a:xfrm>
          <a:prstGeom prst="rect">
            <a:avLst/>
          </a:prstGeom>
        </p:spPr>
        <p:txBody>
          <a:bodyPr spcFirstLastPara="1" wrap="square" lIns="91425" tIns="45700" rIns="91425" bIns="45700" anchor="t" anchorCtr="0">
            <a:noAutofit/>
          </a:bodyPr>
          <a:lstStyle/>
          <a:p>
            <a:pPr marL="0" lvl="0" indent="0" algn="l" rtl="0">
              <a:lnSpc>
                <a:spcPct val="70000"/>
              </a:lnSpc>
              <a:spcBef>
                <a:spcPts val="1000"/>
              </a:spcBef>
              <a:spcAft>
                <a:spcPts val="0"/>
              </a:spcAft>
              <a:buSzPts val="852"/>
              <a:buNone/>
            </a:pPr>
            <a:r>
              <a:rPr lang="en-US" sz="2470"/>
              <a:t>This year we’re bringing back </a:t>
            </a:r>
            <a:r>
              <a:rPr lang="en-US" sz="2470" b="1" i="1">
                <a:solidFill>
                  <a:srgbClr val="8E7CC3"/>
                </a:solidFill>
              </a:rPr>
              <a:t>Palamind</a:t>
            </a:r>
            <a:r>
              <a:rPr lang="en-US" sz="2470"/>
              <a:t> (a </a:t>
            </a:r>
            <a:r>
              <a:rPr lang="en-US" sz="2470" b="1"/>
              <a:t>mindfulness org!)</a:t>
            </a:r>
            <a:endParaRPr sz="2470" b="1"/>
          </a:p>
          <a:p>
            <a:pPr marL="457200" lvl="0" indent="-336232" algn="l" rtl="0">
              <a:lnSpc>
                <a:spcPct val="100000"/>
              </a:lnSpc>
              <a:spcBef>
                <a:spcPts val="1000"/>
              </a:spcBef>
              <a:spcAft>
                <a:spcPts val="0"/>
              </a:spcAft>
              <a:buSzPts val="1695"/>
              <a:buChar char="-"/>
            </a:pPr>
            <a:r>
              <a:rPr lang="en-US" sz="2470"/>
              <a:t>We don’t plan on meeting regularly, we just want to plan some events (CLP coming in November!) &amp; partner with other departments/orgs on campus to bring more mindfulness to Furman</a:t>
            </a:r>
            <a:endParaRPr sz="2470"/>
          </a:p>
          <a:p>
            <a:pPr marL="0" lvl="0" indent="0" algn="l" rtl="0">
              <a:lnSpc>
                <a:spcPct val="100000"/>
              </a:lnSpc>
              <a:spcBef>
                <a:spcPts val="1000"/>
              </a:spcBef>
              <a:spcAft>
                <a:spcPts val="0"/>
              </a:spcAft>
              <a:buNone/>
            </a:pPr>
            <a:endParaRPr sz="500"/>
          </a:p>
          <a:p>
            <a:pPr marL="457200" lvl="0" indent="-336232" algn="l" rtl="0">
              <a:lnSpc>
                <a:spcPct val="100000"/>
              </a:lnSpc>
              <a:spcBef>
                <a:spcPts val="1000"/>
              </a:spcBef>
              <a:spcAft>
                <a:spcPts val="0"/>
              </a:spcAft>
              <a:buSzPts val="1695"/>
              <a:buChar char="-"/>
            </a:pPr>
            <a:r>
              <a:rPr lang="en-US" sz="2470"/>
              <a:t>also.. it’s kinda just me working on stuff &amp; we’re not big so if you’re interested in mindfulness at all &amp; have any ideas or know anyone who does please reach out! We have a groupme. </a:t>
            </a:r>
            <a:endParaRPr sz="2470"/>
          </a:p>
          <a:p>
            <a:pPr marL="0" lvl="0" indent="0" algn="l" rtl="0">
              <a:lnSpc>
                <a:spcPct val="95000"/>
              </a:lnSpc>
              <a:spcBef>
                <a:spcPts val="0"/>
              </a:spcBef>
              <a:spcAft>
                <a:spcPts val="0"/>
              </a:spcAft>
              <a:buSzPts val="852"/>
              <a:buNone/>
            </a:pPr>
            <a:r>
              <a:rPr lang="en-US" sz="1862" b="1">
                <a:solidFill>
                  <a:srgbClr val="000000"/>
                </a:solidFill>
                <a:latin typeface="Arial"/>
                <a:ea typeface="Arial"/>
                <a:cs typeface="Arial"/>
                <a:sym typeface="Arial"/>
              </a:rPr>
              <a:t>You're invited to my new group 'PalaMind' on GroupMe. Click here to join: https://groupme.com/join_group/71806844/9EFedFme  </a:t>
            </a:r>
            <a:endParaRPr sz="1862" b="1">
              <a:solidFill>
                <a:srgbClr val="000000"/>
              </a:solidFill>
              <a:latin typeface="Arial"/>
              <a:ea typeface="Arial"/>
              <a:cs typeface="Arial"/>
              <a:sym typeface="Arial"/>
            </a:endParaRPr>
          </a:p>
          <a:p>
            <a:pPr marL="0" lvl="0" indent="0" algn="l" rtl="0">
              <a:lnSpc>
                <a:spcPct val="70000"/>
              </a:lnSpc>
              <a:spcBef>
                <a:spcPts val="1000"/>
              </a:spcBef>
              <a:spcAft>
                <a:spcPts val="0"/>
              </a:spcAft>
              <a:buSzPts val="852"/>
              <a:buNone/>
            </a:pPr>
            <a:endParaRPr sz="217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0"/>
          <p:cNvSpPr txBox="1">
            <a:spLocks noGrp="1"/>
          </p:cNvSpPr>
          <p:nvPr>
            <p:ph type="ctrTitle"/>
          </p:nvPr>
        </p:nvSpPr>
        <p:spPr>
          <a:xfrm>
            <a:off x="1524000" y="1718513"/>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Representative Reports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latin typeface="Libre Franklin"/>
                <a:ea typeface="Libre Franklin"/>
                <a:cs typeface="Libre Franklin"/>
                <a:sym typeface="Libre Franklin"/>
              </a:rPr>
              <a:t>Sydney Beraho </a:t>
            </a:r>
            <a:endParaRPr>
              <a:latin typeface="Libre Franklin"/>
              <a:ea typeface="Libre Franklin"/>
              <a:cs typeface="Libre Franklin"/>
              <a:sym typeface="Libre Franklin"/>
            </a:endParaRPr>
          </a:p>
        </p:txBody>
      </p:sp>
      <p:sp>
        <p:nvSpPr>
          <p:cNvPr id="234" name="Google Shape;234;p12"/>
          <p:cNvSpPr txBox="1"/>
          <p:nvPr/>
        </p:nvSpPr>
        <p:spPr>
          <a:xfrm>
            <a:off x="838200" y="1579425"/>
            <a:ext cx="50778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400">
              <a:latin typeface="Comic Sans MS"/>
              <a:ea typeface="Comic Sans MS"/>
              <a:cs typeface="Comic Sans MS"/>
              <a:sym typeface="Comic Sans MS"/>
            </a:endParaRPr>
          </a:p>
        </p:txBody>
      </p:sp>
      <p:sp>
        <p:nvSpPr>
          <p:cNvPr id="235" name="Google Shape;235;p12"/>
          <p:cNvSpPr txBox="1"/>
          <p:nvPr/>
        </p:nvSpPr>
        <p:spPr>
          <a:xfrm>
            <a:off x="1026482" y="1760793"/>
            <a:ext cx="3940200" cy="2878200"/>
          </a:xfrm>
          <a:prstGeom prst="rect">
            <a:avLst/>
          </a:prstGeom>
          <a:noFill/>
          <a:ln>
            <a:noFill/>
          </a:ln>
        </p:spPr>
        <p:txBody>
          <a:bodyPr spcFirstLastPara="1" wrap="square" lIns="91425" tIns="91425" rIns="91425" bIns="91425" anchor="t" anchorCtr="0">
            <a:spAutoFit/>
          </a:bodyPr>
          <a:lstStyle/>
          <a:p>
            <a:pPr marL="457200" lvl="0" indent="-387350" algn="l" rtl="0">
              <a:spcBef>
                <a:spcPts val="0"/>
              </a:spcBef>
              <a:spcAft>
                <a:spcPts val="0"/>
              </a:spcAft>
              <a:buSzPts val="2500"/>
              <a:buFont typeface="Century Schoolbook"/>
              <a:buChar char="-"/>
            </a:pPr>
            <a:r>
              <a:rPr lang="en-US" sz="2500">
                <a:latin typeface="Century Schoolbook"/>
                <a:ea typeface="Century Schoolbook"/>
                <a:cs typeface="Century Schoolbook"/>
                <a:sym typeface="Century Schoolbook"/>
              </a:rPr>
              <a:t>Earle Student Health Center flu clinics this week!</a:t>
            </a:r>
            <a:endParaRPr sz="2500">
              <a:latin typeface="Century Schoolbook"/>
              <a:ea typeface="Century Schoolbook"/>
              <a:cs typeface="Century Schoolbook"/>
              <a:sym typeface="Century Schoolbook"/>
            </a:endParaRPr>
          </a:p>
          <a:p>
            <a:pPr marL="457200" lvl="0" indent="-387350" algn="l" rtl="0">
              <a:spcBef>
                <a:spcPts val="0"/>
              </a:spcBef>
              <a:spcAft>
                <a:spcPts val="0"/>
              </a:spcAft>
              <a:buSzPts val="2500"/>
              <a:buFont typeface="Century Schoolbook"/>
              <a:buChar char="-"/>
            </a:pPr>
            <a:r>
              <a:rPr lang="en-US" sz="2500">
                <a:latin typeface="Century Schoolbook"/>
                <a:ea typeface="Century Schoolbook"/>
                <a:cs typeface="Century Schoolbook"/>
                <a:sym typeface="Century Schoolbook"/>
              </a:rPr>
              <a:t>Raffle is up in the air, please help increase advertisement for this!</a:t>
            </a:r>
            <a:endParaRPr sz="2500">
              <a:latin typeface="Century Schoolbook"/>
              <a:ea typeface="Century Schoolbook"/>
              <a:cs typeface="Century Schoolbook"/>
              <a:sym typeface="Century Schoolbook"/>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1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Leah Manning </a:t>
            </a:r>
            <a:endParaRPr/>
          </a:p>
        </p:txBody>
      </p:sp>
      <p:sp>
        <p:nvSpPr>
          <p:cNvPr id="243" name="Google Shape;243;p14"/>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457200" lvl="0" indent="-342900" algn="l" rtl="0">
              <a:spcBef>
                <a:spcPts val="1000"/>
              </a:spcBef>
              <a:spcAft>
                <a:spcPts val="0"/>
              </a:spcAft>
              <a:buSzPts val="1800"/>
              <a:buChar char="●"/>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1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Alex Murray </a:t>
            </a:r>
            <a:endParaRPr/>
          </a:p>
        </p:txBody>
      </p:sp>
      <p:sp>
        <p:nvSpPr>
          <p:cNvPr id="250" name="Google Shape;250;p11"/>
          <p:cNvSpPr txBox="1"/>
          <p:nvPr/>
        </p:nvSpPr>
        <p:spPr>
          <a:xfrm>
            <a:off x="625375" y="1600550"/>
            <a:ext cx="10684500" cy="523200"/>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endParaRPr sz="2200">
              <a:latin typeface="Century Schoolbook"/>
              <a:ea typeface="Century Schoolbook"/>
              <a:cs typeface="Century Schoolbook"/>
              <a:sym typeface="Century Schoolbook"/>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13"/>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Kelsey Sumter </a:t>
            </a:r>
            <a:endParaRPr/>
          </a:p>
        </p:txBody>
      </p:sp>
      <p:sp>
        <p:nvSpPr>
          <p:cNvPr id="257" name="Google Shape;257;p13"/>
          <p:cNvSpPr txBox="1"/>
          <p:nvPr/>
        </p:nvSpPr>
        <p:spPr>
          <a:xfrm>
            <a:off x="838192" y="1609797"/>
            <a:ext cx="9999600" cy="3263100"/>
          </a:xfrm>
          <a:prstGeom prst="rect">
            <a:avLst/>
          </a:prstGeom>
          <a:noFill/>
          <a:ln>
            <a:noFill/>
          </a:ln>
        </p:spPr>
        <p:txBody>
          <a:bodyPr spcFirstLastPara="1" wrap="square" lIns="91425" tIns="91425" rIns="91425" bIns="91425" anchor="t" anchorCtr="0">
            <a:spAutoFit/>
          </a:bodyPr>
          <a:lstStyle/>
          <a:p>
            <a:pPr marL="457200" lvl="0" indent="-387350" algn="l" rtl="0">
              <a:spcBef>
                <a:spcPts val="0"/>
              </a:spcBef>
              <a:spcAft>
                <a:spcPts val="0"/>
              </a:spcAft>
              <a:buSzPts val="2500"/>
              <a:buFont typeface="Century Schoolbook"/>
              <a:buChar char="●"/>
            </a:pPr>
            <a:r>
              <a:rPr lang="en-US" sz="2500">
                <a:latin typeface="Century Schoolbook"/>
                <a:ea typeface="Century Schoolbook"/>
                <a:cs typeface="Century Schoolbook"/>
                <a:sym typeface="Century Schoolbook"/>
              </a:rPr>
              <a:t>Furman.edu/seniorclassgift link is now live! Encourage your senior friends to donate</a:t>
            </a:r>
            <a:endParaRPr sz="2500">
              <a:latin typeface="Century Schoolbook"/>
              <a:ea typeface="Century Schoolbook"/>
              <a:cs typeface="Century Schoolbook"/>
              <a:sym typeface="Century Schoolbook"/>
            </a:endParaRPr>
          </a:p>
          <a:p>
            <a:pPr marL="457200" lvl="0" indent="-387350" algn="l" rtl="0">
              <a:spcBef>
                <a:spcPts val="0"/>
              </a:spcBef>
              <a:spcAft>
                <a:spcPts val="0"/>
              </a:spcAft>
              <a:buSzPts val="2500"/>
              <a:buFont typeface="Century Schoolbook"/>
              <a:buChar char="●"/>
            </a:pPr>
            <a:r>
              <a:rPr lang="en-US" sz="2500">
                <a:latin typeface="Century Schoolbook"/>
                <a:ea typeface="Century Schoolbook"/>
                <a:cs typeface="Century Schoolbook"/>
                <a:sym typeface="Century Schoolbook"/>
              </a:rPr>
              <a:t>Senior Class gift Launch Party October 19th! Graphic coming soon</a:t>
            </a:r>
            <a:endParaRPr sz="2500">
              <a:latin typeface="Century Schoolbook"/>
              <a:ea typeface="Century Schoolbook"/>
              <a:cs typeface="Century Schoolbook"/>
              <a:sym typeface="Century Schoolbook"/>
            </a:endParaRPr>
          </a:p>
          <a:p>
            <a:pPr marL="457200" lvl="0" indent="-387350" algn="l" rtl="0">
              <a:spcBef>
                <a:spcPts val="0"/>
              </a:spcBef>
              <a:spcAft>
                <a:spcPts val="0"/>
              </a:spcAft>
              <a:buSzPts val="2500"/>
              <a:buFont typeface="Century Schoolbook"/>
              <a:buChar char="●"/>
            </a:pPr>
            <a:r>
              <a:rPr lang="en-US" sz="2500">
                <a:latin typeface="Century Schoolbook"/>
                <a:ea typeface="Century Schoolbook"/>
                <a:cs typeface="Century Schoolbook"/>
                <a:sym typeface="Century Schoolbook"/>
              </a:rPr>
              <a:t>Reached out to Chloe about Hoco Spirit week— no response yet, will follow up this week</a:t>
            </a:r>
            <a:endParaRPr sz="2500">
              <a:latin typeface="Century Schoolbook"/>
              <a:ea typeface="Century Schoolbook"/>
              <a:cs typeface="Century Schoolbook"/>
              <a:sym typeface="Century Schoolbook"/>
            </a:endParaRPr>
          </a:p>
          <a:p>
            <a:pPr marL="457200" lvl="0" indent="-387350" algn="l" rtl="0">
              <a:spcBef>
                <a:spcPts val="0"/>
              </a:spcBef>
              <a:spcAft>
                <a:spcPts val="0"/>
              </a:spcAft>
              <a:buSzPts val="2500"/>
              <a:buFont typeface="Century Schoolbook"/>
              <a:buChar char="●"/>
            </a:pPr>
            <a:r>
              <a:rPr lang="en-US" sz="2500">
                <a:latin typeface="Century Schoolbook"/>
                <a:ea typeface="Century Schoolbook"/>
                <a:cs typeface="Century Schoolbook"/>
                <a:sym typeface="Century Schoolbook"/>
              </a:rPr>
              <a:t>I’ll be making the group chat for those wanting to work on spirit week stuff  tonight. Let me know if you’re interested!</a:t>
            </a:r>
            <a:endParaRPr sz="2500">
              <a:latin typeface="Century Schoolbook"/>
              <a:ea typeface="Century Schoolbook"/>
              <a:cs typeface="Century Schoolbook"/>
              <a:sym typeface="Century Schoolbook"/>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119f5cc7372_4_7"/>
          <p:cNvSpPr txBox="1">
            <a:spLocks noGrp="1"/>
          </p:cNvSpPr>
          <p:nvPr>
            <p:ph type="title"/>
          </p:nvPr>
        </p:nvSpPr>
        <p:spPr>
          <a:xfrm>
            <a:off x="838200" y="27310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Mary Boucher </a:t>
            </a:r>
            <a:endParaRPr/>
          </a:p>
        </p:txBody>
      </p:sp>
      <p:sp>
        <p:nvSpPr>
          <p:cNvPr id="264" name="Google Shape;264;g119f5cc7372_4_7"/>
          <p:cNvSpPr txBox="1"/>
          <p:nvPr/>
        </p:nvSpPr>
        <p:spPr>
          <a:xfrm>
            <a:off x="838200" y="1598800"/>
            <a:ext cx="45591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entury Schoolbook"/>
              <a:ea typeface="Century Schoolbook"/>
              <a:cs typeface="Century Schoolbook"/>
              <a:sym typeface="Century Schoolbook"/>
            </a:endParaRPr>
          </a:p>
          <a:p>
            <a:pPr marL="0" lvl="0" indent="0" algn="l" rtl="0">
              <a:spcBef>
                <a:spcPts val="0"/>
              </a:spcBef>
              <a:spcAft>
                <a:spcPts val="0"/>
              </a:spcAft>
              <a:buNone/>
            </a:pPr>
            <a:endParaRPr>
              <a:latin typeface="Century Schoolbook"/>
              <a:ea typeface="Century Schoolbook"/>
              <a:cs typeface="Century Schoolbook"/>
              <a:sym typeface="Century Schoolbook"/>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g28834b2d3a2_0_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Adara Briceno </a:t>
            </a:r>
            <a:endParaRPr/>
          </a:p>
        </p:txBody>
      </p:sp>
      <p:sp>
        <p:nvSpPr>
          <p:cNvPr id="271" name="Google Shape;271;g28834b2d3a2_0_6"/>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457200" lvl="0" indent="-342900" algn="l" rtl="0">
              <a:spcBef>
                <a:spcPts val="1000"/>
              </a:spcBef>
              <a:spcAft>
                <a:spcPts val="0"/>
              </a:spcAft>
              <a:buSzPts val="1800"/>
              <a:buChar char="•"/>
            </a:pPr>
            <a:r>
              <a:rPr lang="en-US"/>
              <a:t>Sorry for not making it! Have some personal business to handle</a:t>
            </a:r>
            <a:endParaRPr/>
          </a:p>
          <a:p>
            <a:pPr marL="457200" lvl="0" indent="-342900" algn="l" rtl="0">
              <a:spcBef>
                <a:spcPts val="0"/>
              </a:spcBef>
              <a:spcAft>
                <a:spcPts val="0"/>
              </a:spcAft>
              <a:buSzPts val="1800"/>
              <a:buChar char="•"/>
            </a:pPr>
            <a:r>
              <a:rPr lang="en-US"/>
              <a:t>Some students have been coming to be about the coffee machine being broken in the DH-&gt; anything we can do as class reps?</a:t>
            </a:r>
            <a:endParaRPr/>
          </a:p>
          <a:p>
            <a:pPr marL="457200" lvl="0" indent="-342900" algn="l" rtl="0">
              <a:spcBef>
                <a:spcPts val="0"/>
              </a:spcBef>
              <a:spcAft>
                <a:spcPts val="0"/>
              </a:spcAft>
              <a:buSzPts val="1800"/>
              <a:buChar char="•"/>
            </a:pPr>
            <a:r>
              <a:rPr lang="en-US"/>
              <a:t>Also getting complaints about Junior parking lacking on campus -&gt; anything we can do?</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g28834b2d3a2_0_1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Deen Deovic</a:t>
            </a:r>
            <a:endParaRPr/>
          </a:p>
        </p:txBody>
      </p:sp>
      <p:sp>
        <p:nvSpPr>
          <p:cNvPr id="278" name="Google Shape;278;g28834b2d3a2_0_12"/>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457200" lvl="0" indent="-323850" algn="l" rtl="0">
              <a:spcBef>
                <a:spcPts val="1000"/>
              </a:spcBef>
              <a:spcAft>
                <a:spcPts val="0"/>
              </a:spcAft>
              <a:buSzPts val="1500"/>
              <a:buChar char="-"/>
            </a:pPr>
            <a:r>
              <a:rPr lang="en-US" sz="2500"/>
              <a:t>Did research on a local textile recycling company Green Zone</a:t>
            </a:r>
            <a:endParaRPr sz="25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g28834b2d3a2_0_18"/>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Jennifer Woollery </a:t>
            </a:r>
            <a:endParaRPr/>
          </a:p>
        </p:txBody>
      </p:sp>
      <p:sp>
        <p:nvSpPr>
          <p:cNvPr id="285" name="Google Shape;285;g28834b2d3a2_0_18"/>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457200" lvl="0" indent="-342900" algn="l" rtl="0">
              <a:spcBef>
                <a:spcPts val="1000"/>
              </a:spcBef>
              <a:spcAft>
                <a:spcPts val="0"/>
              </a:spcAft>
              <a:buSzPts val="1800"/>
              <a:buChar char="-"/>
            </a:pPr>
            <a:r>
              <a:rPr lang="en-US"/>
              <a:t>emailed Tony McGuirt about meeting to discuss gluten-free dining concerns in the DH </a:t>
            </a:r>
            <a:endParaRPr/>
          </a:p>
          <a:p>
            <a:pPr marL="457200" lvl="0" indent="-342900" algn="l" rtl="0">
              <a:spcBef>
                <a:spcPts val="0"/>
              </a:spcBef>
              <a:spcAft>
                <a:spcPts val="0"/>
              </a:spcAft>
              <a:buSzPts val="1800"/>
              <a:buChar char="-"/>
            </a:pPr>
            <a:r>
              <a:rPr lang="en-US"/>
              <a:t>plan to email Dean Longest to discuss amending course registration requirements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g28834b2d3a2_0_24"/>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Caroline Cousar </a:t>
            </a:r>
            <a:endParaRPr/>
          </a:p>
        </p:txBody>
      </p:sp>
      <p:sp>
        <p:nvSpPr>
          <p:cNvPr id="292" name="Google Shape;292;g28834b2d3a2_0_24"/>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a:t>-Collaborated with RLC &amp; sanitary disposal bins are being purchased and installed in all communal bathrooms!</a:t>
            </a:r>
            <a:endParaRPr/>
          </a:p>
          <a:p>
            <a:pPr marL="0" lvl="0" indent="0" algn="l" rtl="0">
              <a:spcBef>
                <a:spcPts val="1000"/>
              </a:spcBef>
              <a:spcAft>
                <a:spcPts val="0"/>
              </a:spcAft>
              <a:buNone/>
            </a:pPr>
            <a:r>
              <a:rPr lang="en-US"/>
              <a:t>-This week’s plan is to meet with the Asian Studies Department on working to open the Place of Peace for student use.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16"/>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Tate Denham </a:t>
            </a:r>
            <a:endParaRPr/>
          </a:p>
        </p:txBody>
      </p:sp>
      <p:sp>
        <p:nvSpPr>
          <p:cNvPr id="299" name="Google Shape;299;p16"/>
          <p:cNvSpPr txBox="1"/>
          <p:nvPr/>
        </p:nvSpPr>
        <p:spPr>
          <a:xfrm>
            <a:off x="966100" y="1442350"/>
            <a:ext cx="45585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000">
              <a:latin typeface="Century Schoolbook"/>
              <a:ea typeface="Century Schoolbook"/>
              <a:cs typeface="Century Schoolbook"/>
              <a:sym typeface="Century Schoolbook"/>
            </a:endParaRPr>
          </a:p>
        </p:txBody>
      </p:sp>
      <p:sp>
        <p:nvSpPr>
          <p:cNvPr id="300" name="Google Shape;300;p16"/>
          <p:cNvSpPr txBox="1"/>
          <p:nvPr/>
        </p:nvSpPr>
        <p:spPr>
          <a:xfrm>
            <a:off x="982225" y="1776050"/>
            <a:ext cx="4798200" cy="432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a:latin typeface="Century Schoolbook"/>
                <a:ea typeface="Century Schoolbook"/>
                <a:cs typeface="Century Schoolbook"/>
                <a:sym typeface="Century Schoolbook"/>
              </a:rPr>
              <a:t>HAPPY FALL!!! It’s cold and wonderful!</a:t>
            </a:r>
            <a:endParaRPr sz="1800">
              <a:latin typeface="Century Schoolbook"/>
              <a:ea typeface="Century Schoolbook"/>
              <a:cs typeface="Century Schoolbook"/>
              <a:sym typeface="Century Schoolbook"/>
            </a:endParaRPr>
          </a:p>
          <a:p>
            <a:pPr marL="0" lvl="0" indent="0" algn="l" rtl="0">
              <a:spcBef>
                <a:spcPts val="0"/>
              </a:spcBef>
              <a:spcAft>
                <a:spcPts val="0"/>
              </a:spcAft>
              <a:buNone/>
            </a:pPr>
            <a:endParaRPr sz="1800">
              <a:latin typeface="Century Schoolbook"/>
              <a:ea typeface="Century Schoolbook"/>
              <a:cs typeface="Century Schoolbook"/>
              <a:sym typeface="Century Schoolbook"/>
            </a:endParaRPr>
          </a:p>
          <a:p>
            <a:pPr marL="457200" lvl="0" indent="-342900" algn="l" rtl="0">
              <a:spcBef>
                <a:spcPts val="0"/>
              </a:spcBef>
              <a:spcAft>
                <a:spcPts val="0"/>
              </a:spcAft>
              <a:buSzPts val="1800"/>
              <a:buFont typeface="Century Schoolbook"/>
              <a:buChar char="-"/>
            </a:pPr>
            <a:r>
              <a:rPr lang="en-US" sz="1800">
                <a:latin typeface="Century Schoolbook"/>
                <a:ea typeface="Century Schoolbook"/>
                <a:cs typeface="Century Schoolbook"/>
                <a:sym typeface="Century Schoolbook"/>
              </a:rPr>
              <a:t>Pins ordered and otw…</a:t>
            </a:r>
            <a:endParaRPr sz="1800">
              <a:latin typeface="Century Schoolbook"/>
              <a:ea typeface="Century Schoolbook"/>
              <a:cs typeface="Century Schoolbook"/>
              <a:sym typeface="Century Schoolbook"/>
            </a:endParaRPr>
          </a:p>
          <a:p>
            <a:pPr marL="914400" lvl="1" indent="-342900" algn="l" rtl="0">
              <a:spcBef>
                <a:spcPts val="0"/>
              </a:spcBef>
              <a:spcAft>
                <a:spcPts val="0"/>
              </a:spcAft>
              <a:buSzPts val="1800"/>
              <a:buFont typeface="Century Schoolbook"/>
              <a:buChar char="-"/>
            </a:pPr>
            <a:r>
              <a:rPr lang="en-US" sz="1800">
                <a:latin typeface="Century Schoolbook"/>
                <a:ea typeface="Century Schoolbook"/>
                <a:cs typeface="Century Schoolbook"/>
                <a:sym typeface="Century Schoolbook"/>
              </a:rPr>
              <a:t>We had extra $ and higher demand - laws of economics say to increase quantity!</a:t>
            </a:r>
            <a:endParaRPr sz="1800">
              <a:latin typeface="Century Schoolbook"/>
              <a:ea typeface="Century Schoolbook"/>
              <a:cs typeface="Century Schoolbook"/>
              <a:sym typeface="Century Schoolbook"/>
            </a:endParaRPr>
          </a:p>
          <a:p>
            <a:pPr marL="457200" lvl="0" indent="-342900" algn="l" rtl="0">
              <a:spcBef>
                <a:spcPts val="0"/>
              </a:spcBef>
              <a:spcAft>
                <a:spcPts val="0"/>
              </a:spcAft>
              <a:buSzPts val="1800"/>
              <a:buFont typeface="Century Schoolbook"/>
              <a:buChar char="-"/>
            </a:pPr>
            <a:r>
              <a:rPr lang="en-US" sz="1800">
                <a:latin typeface="Century Schoolbook"/>
                <a:ea typeface="Century Schoolbook"/>
                <a:cs typeface="Century Schoolbook"/>
                <a:sym typeface="Century Schoolbook"/>
              </a:rPr>
              <a:t>Furman Fridays otw? More info soon - waiting on responses. </a:t>
            </a:r>
            <a:endParaRPr sz="1800">
              <a:latin typeface="Century Schoolbook"/>
              <a:ea typeface="Century Schoolbook"/>
              <a:cs typeface="Century Schoolbook"/>
              <a:sym typeface="Century Schoolbook"/>
            </a:endParaRPr>
          </a:p>
          <a:p>
            <a:pPr marL="457200" lvl="0" indent="-342900" algn="l" rtl="0">
              <a:spcBef>
                <a:spcPts val="0"/>
              </a:spcBef>
              <a:spcAft>
                <a:spcPts val="0"/>
              </a:spcAft>
              <a:buSzPts val="1800"/>
              <a:buFont typeface="Century Schoolbook"/>
              <a:buChar char="-"/>
            </a:pPr>
            <a:r>
              <a:rPr lang="en-US" sz="1800">
                <a:latin typeface="Century Schoolbook"/>
                <a:ea typeface="Century Schoolbook"/>
                <a:cs typeface="Century Schoolbook"/>
                <a:sym typeface="Century Schoolbook"/>
              </a:rPr>
              <a:t>Kosak’s legacy w/condoms are returning!</a:t>
            </a:r>
            <a:endParaRPr sz="1800">
              <a:latin typeface="Century Schoolbook"/>
              <a:ea typeface="Century Schoolbook"/>
              <a:cs typeface="Century Schoolbook"/>
              <a:sym typeface="Century Schoolbook"/>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Kobby Frempong </a:t>
            </a:r>
            <a:endParaRPr/>
          </a:p>
        </p:txBody>
      </p:sp>
      <p:sp>
        <p:nvSpPr>
          <p:cNvPr id="307" name="Google Shape;307;p17"/>
          <p:cNvSpPr txBox="1"/>
          <p:nvPr/>
        </p:nvSpPr>
        <p:spPr>
          <a:xfrm>
            <a:off x="773025" y="1568950"/>
            <a:ext cx="10074600" cy="2401200"/>
          </a:xfrm>
          <a:prstGeom prst="rect">
            <a:avLst/>
          </a:prstGeom>
          <a:noFill/>
          <a:ln>
            <a:noFill/>
          </a:ln>
        </p:spPr>
        <p:txBody>
          <a:bodyPr spcFirstLastPara="1" wrap="square" lIns="91425" tIns="91425" rIns="91425" bIns="91425" anchor="t" anchorCtr="0">
            <a:spAutoFit/>
          </a:bodyPr>
          <a:lstStyle/>
          <a:p>
            <a:pPr marL="457200" lvl="0" indent="-381000" algn="l" rtl="0">
              <a:spcBef>
                <a:spcPts val="0"/>
              </a:spcBef>
              <a:spcAft>
                <a:spcPts val="0"/>
              </a:spcAft>
              <a:buSzPts val="2400"/>
              <a:buFont typeface="Century Schoolbook"/>
              <a:buChar char="-"/>
            </a:pPr>
            <a:r>
              <a:rPr lang="en-US" sz="2400">
                <a:latin typeface="Century Schoolbook"/>
                <a:ea typeface="Century Schoolbook"/>
                <a:cs typeface="Century Schoolbook"/>
                <a:sym typeface="Century Schoolbook"/>
              </a:rPr>
              <a:t>Meeting Dr Cassidy over my agenda of making accessible more funds to students for Educational needs.</a:t>
            </a:r>
            <a:endParaRPr sz="2400">
              <a:latin typeface="Century Schoolbook"/>
              <a:ea typeface="Century Schoolbook"/>
              <a:cs typeface="Century Schoolbook"/>
              <a:sym typeface="Century Schoolbook"/>
            </a:endParaRPr>
          </a:p>
          <a:p>
            <a:pPr marL="457200" lvl="0" indent="-381000" algn="l" rtl="0">
              <a:spcBef>
                <a:spcPts val="0"/>
              </a:spcBef>
              <a:spcAft>
                <a:spcPts val="0"/>
              </a:spcAft>
              <a:buSzPts val="2400"/>
              <a:buFont typeface="Century Schoolbook"/>
              <a:buChar char="-"/>
            </a:pPr>
            <a:r>
              <a:rPr lang="en-US" sz="2400">
                <a:latin typeface="Century Schoolbook"/>
                <a:ea typeface="Century Schoolbook"/>
                <a:cs typeface="Century Schoolbook"/>
                <a:sym typeface="Century Schoolbook"/>
              </a:rPr>
              <a:t>I am contacting HRL in this coming week over the best way to set up the laundry rooms to house the laundry detergents.</a:t>
            </a:r>
            <a:endParaRPr sz="2400">
              <a:latin typeface="Century Schoolbook"/>
              <a:ea typeface="Century Schoolbook"/>
              <a:cs typeface="Century Schoolbook"/>
              <a:sym typeface="Century Schoolbook"/>
            </a:endParaRPr>
          </a:p>
          <a:p>
            <a:pPr marL="457200" lvl="0" indent="-381000" algn="l" rtl="0">
              <a:spcBef>
                <a:spcPts val="0"/>
              </a:spcBef>
              <a:spcAft>
                <a:spcPts val="0"/>
              </a:spcAft>
              <a:buSzPts val="2400"/>
              <a:buFont typeface="Century Schoolbook"/>
              <a:buChar char="-"/>
            </a:pPr>
            <a:r>
              <a:rPr lang="en-US" sz="2400">
                <a:latin typeface="Century Schoolbook"/>
                <a:ea typeface="Century Schoolbook"/>
                <a:cs typeface="Century Schoolbook"/>
                <a:sym typeface="Century Schoolbook"/>
              </a:rPr>
              <a:t>Dr Akulli has finally confirmed the representation of three International Students on SGA.</a:t>
            </a:r>
            <a:endParaRPr sz="2400">
              <a:latin typeface="Century Schoolbook"/>
              <a:ea typeface="Century Schoolbook"/>
              <a:cs typeface="Century Schoolbook"/>
              <a:sym typeface="Century Schoolbook"/>
            </a:endParaRPr>
          </a:p>
        </p:txBody>
      </p:sp>
      <p:sp>
        <p:nvSpPr>
          <p:cNvPr id="308" name="Google Shape;308;p17"/>
          <p:cNvSpPr txBox="1"/>
          <p:nvPr/>
        </p:nvSpPr>
        <p:spPr>
          <a:xfrm>
            <a:off x="9246050" y="1178725"/>
            <a:ext cx="29460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000">
              <a:latin typeface="Century Schoolbook"/>
              <a:ea typeface="Century Schoolbook"/>
              <a:cs typeface="Century Schoolbook"/>
              <a:sym typeface="Century Schoolbook"/>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g28834b2d3a2_0_3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Mariam Nguyen </a:t>
            </a:r>
            <a:endParaRPr/>
          </a:p>
        </p:txBody>
      </p:sp>
      <p:sp>
        <p:nvSpPr>
          <p:cNvPr id="315" name="Google Shape;315;g28834b2d3a2_0_3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g28834b2d3a2_0_3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Libby Adams </a:t>
            </a:r>
            <a:endParaRPr/>
          </a:p>
        </p:txBody>
      </p:sp>
      <p:sp>
        <p:nvSpPr>
          <p:cNvPr id="322" name="Google Shape;322;g28834b2d3a2_0_36"/>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457200" lvl="0" indent="-342900" algn="l" rtl="0">
              <a:spcBef>
                <a:spcPts val="1000"/>
              </a:spcBef>
              <a:spcAft>
                <a:spcPts val="0"/>
              </a:spcAft>
              <a:buSzPts val="1800"/>
              <a:buChar char="-"/>
            </a:pPr>
            <a:r>
              <a:rPr lang="en-US"/>
              <a:t>Reaching out to Earle Health Center, and the The DH to navigate how to organize a way for sick students to get food in their dorm rooms, while quarantining or feeling too unwell</a:t>
            </a:r>
            <a:endParaRPr/>
          </a:p>
          <a:p>
            <a:pPr marL="457200" lvl="0" indent="-342900" algn="l" rtl="0">
              <a:spcBef>
                <a:spcPts val="0"/>
              </a:spcBef>
              <a:spcAft>
                <a:spcPts val="0"/>
              </a:spcAft>
              <a:buSzPts val="1800"/>
              <a:buChar char="-"/>
            </a:pPr>
            <a:r>
              <a:rPr lang="en-US"/>
              <a:t>working on organizing a freshman meet and greet this semester</a:t>
            </a:r>
            <a:endParaRPr/>
          </a:p>
          <a:p>
            <a:pPr marL="457200" lvl="0" indent="-342900" algn="l" rtl="0">
              <a:spcBef>
                <a:spcPts val="0"/>
              </a:spcBef>
              <a:spcAft>
                <a:spcPts val="0"/>
              </a:spcAft>
              <a:buSzPts val="1800"/>
              <a:buChar char="-"/>
            </a:pPr>
            <a:r>
              <a:rPr lang="en-US"/>
              <a:t>helping Curtis with his amazing Mental Health event plan for students</a:t>
            </a:r>
            <a:endParaRPr/>
          </a:p>
          <a:p>
            <a:pPr marL="457200" lvl="0" indent="-342900" algn="l" rtl="0">
              <a:spcBef>
                <a:spcPts val="0"/>
              </a:spcBef>
              <a:spcAft>
                <a:spcPts val="0"/>
              </a:spcAft>
              <a:buSzPts val="1800"/>
              <a:buChar char="-"/>
            </a:pPr>
            <a:r>
              <a:rPr lang="en-US"/>
              <a:t>tony mcggurt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g28834b2d3a2_0_4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Caroline Orr</a:t>
            </a:r>
            <a:endParaRPr/>
          </a:p>
        </p:txBody>
      </p:sp>
      <p:sp>
        <p:nvSpPr>
          <p:cNvPr id="329" name="Google Shape;329;g28834b2d3a2_0_42"/>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457200" lvl="0" indent="-342900" algn="l" rtl="0">
              <a:spcBef>
                <a:spcPts val="1000"/>
              </a:spcBef>
              <a:spcAft>
                <a:spcPts val="0"/>
              </a:spcAft>
              <a:buSzPts val="1800"/>
              <a:buChar char="•"/>
            </a:pPr>
            <a:r>
              <a:rPr lang="en-US"/>
              <a:t>Talking with Dr. Braun about Soho period project; beginning restocks</a:t>
            </a:r>
            <a:endParaRPr/>
          </a:p>
          <a:p>
            <a:pPr marL="457200" lvl="0" indent="-342900" algn="l" rtl="0">
              <a:spcBef>
                <a:spcPts val="0"/>
              </a:spcBef>
              <a:spcAft>
                <a:spcPts val="0"/>
              </a:spcAft>
              <a:buSzPts val="1800"/>
              <a:buChar char="•"/>
            </a:pPr>
            <a:r>
              <a:rPr lang="en-US"/>
              <a:t>Gathering menstrual product donations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g28834b2d3a2_0_48"/>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Danyal Sharif</a:t>
            </a:r>
            <a:endParaRPr/>
          </a:p>
        </p:txBody>
      </p:sp>
      <p:sp>
        <p:nvSpPr>
          <p:cNvPr id="336" name="Google Shape;336;g28834b2d3a2_0_48"/>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g28834b2d3a2_0_54"/>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Curtis Wilson </a:t>
            </a:r>
            <a:endParaRPr/>
          </a:p>
        </p:txBody>
      </p:sp>
      <p:sp>
        <p:nvSpPr>
          <p:cNvPr id="343" name="Google Shape;343;g28834b2d3a2_0_54"/>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457200" lvl="0" indent="-342900" algn="l" rtl="0">
              <a:spcBef>
                <a:spcPts val="1000"/>
              </a:spcBef>
              <a:spcAft>
                <a:spcPts val="0"/>
              </a:spcAft>
              <a:buSzPts val="1800"/>
              <a:buChar char="•"/>
            </a:pPr>
            <a:r>
              <a:rPr lang="en-US"/>
              <a:t>In the process of planning “SoHo Mental Health Check-In Day” </a:t>
            </a:r>
            <a:endParaRPr/>
          </a:p>
          <a:p>
            <a:pPr marL="914400" lvl="0" indent="0" algn="l" rtl="0">
              <a:spcBef>
                <a:spcPts val="1000"/>
              </a:spcBef>
              <a:spcAft>
                <a:spcPts val="0"/>
              </a:spcAft>
              <a:buNone/>
            </a:pPr>
            <a:endParaRPr/>
          </a:p>
          <a:p>
            <a:pPr marL="457200" lvl="0" indent="-342900" algn="l" rtl="0">
              <a:spcBef>
                <a:spcPts val="1000"/>
              </a:spcBef>
              <a:spcAft>
                <a:spcPts val="0"/>
              </a:spcAft>
              <a:buSzPts val="1800"/>
              <a:buChar char="•"/>
            </a:pPr>
            <a:r>
              <a:rPr lang="en-US"/>
              <a:t>Working with SDC to help push DEI around campus </a:t>
            </a:r>
            <a:endParaRPr/>
          </a:p>
          <a:p>
            <a:pPr marL="914400" lvl="0" indent="0" algn="l" rtl="0">
              <a:spcBef>
                <a:spcPts val="1000"/>
              </a:spcBef>
              <a:spcAft>
                <a:spcPts val="0"/>
              </a:spcAft>
              <a:buNone/>
            </a:pPr>
            <a:endParaRPr/>
          </a:p>
          <a:p>
            <a:pPr marL="914400" lvl="0" indent="0" algn="l" rtl="0">
              <a:spcBef>
                <a:spcPts val="1000"/>
              </a:spcBef>
              <a:spcAft>
                <a:spcPts val="0"/>
              </a:spcAft>
              <a:buNone/>
            </a:pPr>
            <a:endParaRPr/>
          </a:p>
          <a:p>
            <a:pPr marL="0" lvl="0" indent="0" algn="l" rtl="0">
              <a:spcBef>
                <a:spcPts val="1000"/>
              </a:spcBef>
              <a:spcAft>
                <a:spcPts val="0"/>
              </a:spcAft>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27"/>
          <p:cNvSpPr txBox="1">
            <a:spLocks noGrp="1"/>
          </p:cNvSpPr>
          <p:nvPr>
            <p:ph type="ctrTitle"/>
          </p:nvPr>
        </p:nvSpPr>
        <p:spPr>
          <a:xfrm>
            <a:off x="1589700" y="1587113"/>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At- Large Reports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28"/>
          <p:cNvSpPr txBox="1">
            <a:spLocks noGrp="1"/>
          </p:cNvSpPr>
          <p:nvPr>
            <p:ph type="title"/>
          </p:nvPr>
        </p:nvSpPr>
        <p:spPr>
          <a:xfrm>
            <a:off x="243850" y="0"/>
            <a:ext cx="10515600" cy="18279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                        Grayson Taylor </a:t>
            </a:r>
            <a:endParaRPr>
              <a:latin typeface="Roboto"/>
              <a:ea typeface="Roboto"/>
              <a:cs typeface="Roboto"/>
              <a:sym typeface="Roboto"/>
            </a:endParaRPr>
          </a:p>
        </p:txBody>
      </p:sp>
      <p:pic>
        <p:nvPicPr>
          <p:cNvPr id="356" name="Google Shape;356;p28"/>
          <p:cNvPicPr preferRelativeResize="0"/>
          <p:nvPr/>
        </p:nvPicPr>
        <p:blipFill rotWithShape="1">
          <a:blip r:embed="rId3">
            <a:alphaModFix/>
          </a:blip>
          <a:srcRect/>
          <a:stretch/>
        </p:blipFill>
        <p:spPr>
          <a:xfrm>
            <a:off x="533400" y="107675"/>
            <a:ext cx="3189901" cy="13382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2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RLC- Jeff McLane </a:t>
            </a:r>
            <a:endParaRPr/>
          </a:p>
        </p:txBody>
      </p:sp>
      <p:sp>
        <p:nvSpPr>
          <p:cNvPr id="363" name="Google Shape;363;p29"/>
          <p:cNvSpPr txBox="1"/>
          <p:nvPr/>
        </p:nvSpPr>
        <p:spPr>
          <a:xfrm>
            <a:off x="498325" y="1795575"/>
            <a:ext cx="7475100" cy="4271400"/>
          </a:xfrm>
          <a:prstGeom prst="rect">
            <a:avLst/>
          </a:prstGeom>
          <a:noFill/>
          <a:ln>
            <a:noFill/>
          </a:ln>
        </p:spPr>
        <p:txBody>
          <a:bodyPr spcFirstLastPara="1" wrap="square" lIns="91425" tIns="91425" rIns="91425" bIns="91425" anchor="t" anchorCtr="0">
            <a:noAutofit/>
          </a:bodyPr>
          <a:lstStyle/>
          <a:p>
            <a:pPr marL="457200" lvl="0" indent="-450850" algn="l" rtl="0">
              <a:spcBef>
                <a:spcPts val="0"/>
              </a:spcBef>
              <a:spcAft>
                <a:spcPts val="0"/>
              </a:spcAft>
              <a:buSzPts val="3500"/>
              <a:buFont typeface="Century Schoolbook"/>
              <a:buChar char="-"/>
            </a:pPr>
            <a:r>
              <a:rPr lang="en-US" sz="3500">
                <a:latin typeface="Century Schoolbook"/>
                <a:ea typeface="Century Schoolbook"/>
                <a:cs typeface="Century Schoolbook"/>
                <a:sym typeface="Century Schoolbook"/>
              </a:rPr>
              <a:t>Feminine hygiene product disposal bins are going to be bought and installed by Housing</a:t>
            </a:r>
            <a:endParaRPr sz="3500">
              <a:latin typeface="Century Schoolbook"/>
              <a:ea typeface="Century Schoolbook"/>
              <a:cs typeface="Century Schoolbook"/>
              <a:sym typeface="Century Schoolbook"/>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30"/>
          <p:cNvSpPr txBox="1">
            <a:spLocks noGrp="1"/>
          </p:cNvSpPr>
          <p:nvPr>
            <p:ph type="title"/>
          </p:nvPr>
        </p:nvSpPr>
        <p:spPr>
          <a:xfrm>
            <a:off x="838200" y="8690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Religious Council  - Ruthie Richarson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3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Campus Rec - Eva Brooks </a:t>
            </a:r>
            <a:endParaRPr/>
          </a:p>
        </p:txBody>
      </p:sp>
      <p:sp>
        <p:nvSpPr>
          <p:cNvPr id="376" name="Google Shape;376;p31"/>
          <p:cNvSpPr txBox="1"/>
          <p:nvPr/>
        </p:nvSpPr>
        <p:spPr>
          <a:xfrm>
            <a:off x="1810600" y="5614925"/>
            <a:ext cx="29184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entury Schoolbook"/>
              <a:ea typeface="Century Schoolbook"/>
              <a:cs typeface="Century Schoolbook"/>
              <a:sym typeface="Century Schoolbook"/>
            </a:endParaRPr>
          </a:p>
        </p:txBody>
      </p:sp>
      <p:sp>
        <p:nvSpPr>
          <p:cNvPr id="377" name="Google Shape;377;p31"/>
          <p:cNvSpPr txBox="1"/>
          <p:nvPr/>
        </p:nvSpPr>
        <p:spPr>
          <a:xfrm>
            <a:off x="6597125" y="5614925"/>
            <a:ext cx="40125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entury Schoolbook"/>
              <a:ea typeface="Century Schoolbook"/>
              <a:cs typeface="Century Schoolbook"/>
              <a:sym typeface="Century Schoolbook"/>
            </a:endParaRPr>
          </a:p>
        </p:txBody>
      </p:sp>
      <p:sp>
        <p:nvSpPr>
          <p:cNvPr id="378" name="Google Shape;378;p31"/>
          <p:cNvSpPr txBox="1"/>
          <p:nvPr/>
        </p:nvSpPr>
        <p:spPr>
          <a:xfrm>
            <a:off x="8384064" y="2671588"/>
            <a:ext cx="3141300" cy="5697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None/>
            </a:pPr>
            <a:endParaRPr sz="3100">
              <a:solidFill>
                <a:srgbClr val="4C4D4C"/>
              </a:solidFill>
              <a:latin typeface="Century Schoolbook"/>
              <a:ea typeface="Century Schoolbook"/>
              <a:cs typeface="Century Schoolbook"/>
              <a:sym typeface="Century Schoolbook"/>
            </a:endParaRPr>
          </a:p>
        </p:txBody>
      </p:sp>
      <p:sp>
        <p:nvSpPr>
          <p:cNvPr id="379" name="Google Shape;379;p31"/>
          <p:cNvSpPr txBox="1"/>
          <p:nvPr/>
        </p:nvSpPr>
        <p:spPr>
          <a:xfrm>
            <a:off x="2187063" y="3927688"/>
            <a:ext cx="17196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latin typeface="Century Schoolbook"/>
              <a:ea typeface="Century Schoolbook"/>
              <a:cs typeface="Century Schoolbook"/>
              <a:sym typeface="Century Schoolbook"/>
            </a:endParaRPr>
          </a:p>
        </p:txBody>
      </p:sp>
      <p:sp>
        <p:nvSpPr>
          <p:cNvPr id="380" name="Google Shape;380;p31"/>
          <p:cNvSpPr txBox="1"/>
          <p:nvPr/>
        </p:nvSpPr>
        <p:spPr>
          <a:xfrm>
            <a:off x="4228950" y="3812600"/>
            <a:ext cx="7726500" cy="800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1000"/>
              </a:spcBef>
              <a:spcAft>
                <a:spcPts val="0"/>
              </a:spcAft>
              <a:buClr>
                <a:srgbClr val="000000"/>
              </a:buClr>
              <a:buSzPts val="4200"/>
              <a:buFont typeface="Arial"/>
              <a:buNone/>
            </a:pPr>
            <a:endParaRPr sz="4000" i="0" u="none" strike="noStrike" cap="none">
              <a:solidFill>
                <a:srgbClr val="000000"/>
              </a:solidFill>
              <a:latin typeface="Merriweather"/>
              <a:ea typeface="Merriweather"/>
              <a:cs typeface="Merriweather"/>
              <a:sym typeface="Merriweather"/>
            </a:endParaRPr>
          </a:p>
        </p:txBody>
      </p:sp>
      <p:sp>
        <p:nvSpPr>
          <p:cNvPr id="381" name="Google Shape;381;p31"/>
          <p:cNvSpPr txBox="1"/>
          <p:nvPr/>
        </p:nvSpPr>
        <p:spPr>
          <a:xfrm>
            <a:off x="172100" y="3219500"/>
            <a:ext cx="77265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4200"/>
              <a:buFont typeface="Arial"/>
              <a:buNone/>
            </a:pPr>
            <a:endParaRPr sz="2000" b="1" i="0" u="none" strike="noStrike" cap="none">
              <a:solidFill>
                <a:srgbClr val="4C4D4C"/>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pic>
        <p:nvPicPr>
          <p:cNvPr id="392" name="Google Shape;392;g28a13e41bf2_2_0"/>
          <p:cNvPicPr preferRelativeResize="0"/>
          <p:nvPr/>
        </p:nvPicPr>
        <p:blipFill>
          <a:blip r:embed="rId3">
            <a:alphaModFix/>
          </a:blip>
          <a:stretch>
            <a:fillRect/>
          </a:stretch>
        </p:blipFill>
        <p:spPr>
          <a:xfrm>
            <a:off x="138175" y="90175"/>
            <a:ext cx="4498299" cy="2039375"/>
          </a:xfrm>
          <a:prstGeom prst="rect">
            <a:avLst/>
          </a:prstGeom>
          <a:noFill/>
          <a:ln>
            <a:noFill/>
          </a:ln>
        </p:spPr>
      </p:pic>
      <p:sp>
        <p:nvSpPr>
          <p:cNvPr id="393" name="Google Shape;393;g28a13e41bf2_2_0"/>
          <p:cNvSpPr txBox="1"/>
          <p:nvPr/>
        </p:nvSpPr>
        <p:spPr>
          <a:xfrm>
            <a:off x="9050689" y="742663"/>
            <a:ext cx="3141300" cy="5697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1000"/>
              </a:spcBef>
              <a:spcAft>
                <a:spcPts val="0"/>
              </a:spcAft>
              <a:buClr>
                <a:srgbClr val="000000"/>
              </a:buClr>
              <a:buSzPts val="3100"/>
              <a:buFont typeface="Arial"/>
              <a:buNone/>
            </a:pPr>
            <a:r>
              <a:rPr lang="en-US" sz="3100" b="0" i="0" u="none" strike="noStrike" cap="none">
                <a:solidFill>
                  <a:srgbClr val="4C4D4C"/>
                </a:solidFill>
                <a:latin typeface="Century Schoolbook"/>
                <a:ea typeface="Century Schoolbook"/>
                <a:cs typeface="Century Schoolbook"/>
                <a:sym typeface="Century Schoolbook"/>
              </a:rPr>
              <a:t>@FurmanCRW</a:t>
            </a:r>
            <a:endParaRPr sz="3100" b="0" i="0" u="none" strike="noStrike" cap="none">
              <a:solidFill>
                <a:srgbClr val="4C4D4C"/>
              </a:solidFill>
              <a:latin typeface="Century Schoolbook"/>
              <a:ea typeface="Century Schoolbook"/>
              <a:cs typeface="Century Schoolbook"/>
              <a:sym typeface="Century Schoolbook"/>
            </a:endParaRPr>
          </a:p>
        </p:txBody>
      </p:sp>
      <p:pic>
        <p:nvPicPr>
          <p:cNvPr id="394" name="Google Shape;394;g28a13e41bf2_2_0"/>
          <p:cNvPicPr preferRelativeResize="0"/>
          <p:nvPr/>
        </p:nvPicPr>
        <p:blipFill rotWithShape="1">
          <a:blip r:embed="rId4">
            <a:alphaModFix/>
          </a:blip>
          <a:srcRect/>
          <a:stretch/>
        </p:blipFill>
        <p:spPr>
          <a:xfrm>
            <a:off x="8023819" y="514525"/>
            <a:ext cx="1026880" cy="1026900"/>
          </a:xfrm>
          <a:prstGeom prst="rect">
            <a:avLst/>
          </a:prstGeom>
          <a:noFill/>
          <a:ln>
            <a:noFill/>
          </a:ln>
        </p:spPr>
      </p:pic>
      <p:sp>
        <p:nvSpPr>
          <p:cNvPr id="395" name="Google Shape;395;g28a13e41bf2_2_0"/>
          <p:cNvSpPr txBox="1"/>
          <p:nvPr/>
        </p:nvSpPr>
        <p:spPr>
          <a:xfrm>
            <a:off x="812800" y="1591725"/>
            <a:ext cx="10515600" cy="8313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200"/>
              <a:buFont typeface="Arial"/>
              <a:buNone/>
            </a:pPr>
            <a:endParaRPr sz="4200" b="1" i="0" u="none" strike="noStrike" cap="none">
              <a:solidFill>
                <a:srgbClr val="000000"/>
              </a:solidFill>
              <a:latin typeface="Merriweather"/>
              <a:ea typeface="Merriweather"/>
              <a:cs typeface="Merriweather"/>
              <a:sym typeface="Merriweather"/>
            </a:endParaRPr>
          </a:p>
        </p:txBody>
      </p:sp>
      <p:sp>
        <p:nvSpPr>
          <p:cNvPr id="396" name="Google Shape;396;g28a13e41bf2_2_0"/>
          <p:cNvSpPr txBox="1"/>
          <p:nvPr/>
        </p:nvSpPr>
        <p:spPr>
          <a:xfrm>
            <a:off x="10472388" y="32200"/>
            <a:ext cx="17196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latin typeface="Century Schoolbook"/>
              <a:ea typeface="Century Schoolbook"/>
              <a:cs typeface="Century Schoolbook"/>
              <a:sym typeface="Century Schoolbook"/>
            </a:endParaRPr>
          </a:p>
        </p:txBody>
      </p:sp>
      <p:sp>
        <p:nvSpPr>
          <p:cNvPr id="397" name="Google Shape;397;g28a13e41bf2_2_0"/>
          <p:cNvSpPr/>
          <p:nvPr/>
        </p:nvSpPr>
        <p:spPr>
          <a:xfrm>
            <a:off x="4014475" y="2129551"/>
            <a:ext cx="3689400" cy="2963400"/>
          </a:xfrm>
          <a:prstGeom prst="roundRect">
            <a:avLst>
              <a:gd name="adj" fmla="val 16667"/>
            </a:avLst>
          </a:prstGeom>
          <a:solidFill>
            <a:srgbClr val="D9D2E9"/>
          </a:solidFill>
          <a:ln>
            <a:noFill/>
          </a:ln>
          <a:effectLst>
            <a:outerShdw blurRad="57150" dist="200025" dir="8040000" algn="bl" rotWithShape="0">
              <a:srgbClr val="000000">
                <a:alpha val="26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entury Schoolbook"/>
              <a:ea typeface="Century Schoolbook"/>
              <a:cs typeface="Century Schoolbook"/>
              <a:sym typeface="Century Schoolbook"/>
            </a:endParaRPr>
          </a:p>
        </p:txBody>
      </p:sp>
      <p:sp>
        <p:nvSpPr>
          <p:cNvPr id="398" name="Google Shape;398;g28a13e41bf2_2_0"/>
          <p:cNvSpPr txBox="1"/>
          <p:nvPr/>
        </p:nvSpPr>
        <p:spPr>
          <a:xfrm>
            <a:off x="228600" y="2125125"/>
            <a:ext cx="3783000" cy="384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900" b="1">
                <a:latin typeface="Century Schoolbook"/>
                <a:ea typeface="Century Schoolbook"/>
                <a:cs typeface="Century Schoolbook"/>
                <a:sym typeface="Century Schoolbook"/>
              </a:rPr>
              <a:t>Club Sports</a:t>
            </a:r>
            <a:endParaRPr sz="2900" b="1">
              <a:latin typeface="Century Schoolbook"/>
              <a:ea typeface="Century Schoolbook"/>
              <a:cs typeface="Century Schoolbook"/>
              <a:sym typeface="Century Schoolbook"/>
            </a:endParaRPr>
          </a:p>
          <a:p>
            <a:pPr marL="0" lvl="0" indent="0" algn="l" rtl="0">
              <a:spcBef>
                <a:spcPts val="0"/>
              </a:spcBef>
              <a:spcAft>
                <a:spcPts val="0"/>
              </a:spcAft>
              <a:buNone/>
            </a:pPr>
            <a:endParaRPr sz="1800" b="1">
              <a:latin typeface="Century Schoolbook"/>
              <a:ea typeface="Century Schoolbook"/>
              <a:cs typeface="Century Schoolbook"/>
              <a:sym typeface="Century Schoolbook"/>
            </a:endParaRPr>
          </a:p>
          <a:p>
            <a:pPr marL="0" lvl="0" indent="0" algn="l" rtl="0">
              <a:spcBef>
                <a:spcPts val="0"/>
              </a:spcBef>
              <a:spcAft>
                <a:spcPts val="0"/>
              </a:spcAft>
              <a:buNone/>
            </a:pPr>
            <a:r>
              <a:rPr lang="en-US" sz="1800" b="1" u="sng">
                <a:latin typeface="Century Schoolbook"/>
                <a:ea typeface="Century Schoolbook"/>
                <a:cs typeface="Century Schoolbook"/>
                <a:sym typeface="Century Schoolbook"/>
              </a:rPr>
              <a:t>Last Weekend</a:t>
            </a:r>
            <a:endParaRPr sz="1800" b="1" u="sng">
              <a:latin typeface="Century Schoolbook"/>
              <a:ea typeface="Century Schoolbook"/>
              <a:cs typeface="Century Schoolbook"/>
              <a:sym typeface="Century Schoolbook"/>
            </a:endParaRPr>
          </a:p>
          <a:p>
            <a:pPr marL="0" lvl="0" indent="0" algn="l" rtl="0">
              <a:spcBef>
                <a:spcPts val="0"/>
              </a:spcBef>
              <a:spcAft>
                <a:spcPts val="0"/>
              </a:spcAft>
              <a:buNone/>
            </a:pPr>
            <a:endParaRPr sz="1800" b="1" u="sng">
              <a:latin typeface="Century Schoolbook"/>
              <a:ea typeface="Century Schoolbook"/>
              <a:cs typeface="Century Schoolbook"/>
              <a:sym typeface="Century Schoolbook"/>
            </a:endParaRPr>
          </a:p>
          <a:p>
            <a:pPr marL="0" lvl="0" indent="0" algn="l" rtl="0">
              <a:spcBef>
                <a:spcPts val="0"/>
              </a:spcBef>
              <a:spcAft>
                <a:spcPts val="0"/>
              </a:spcAft>
              <a:buNone/>
            </a:pPr>
            <a:r>
              <a:rPr lang="en-US" sz="1800">
                <a:latin typeface="Century Schoolbook"/>
                <a:ea typeface="Century Schoolbook"/>
                <a:cs typeface="Century Schoolbook"/>
                <a:sym typeface="Century Schoolbook"/>
              </a:rPr>
              <a:t>Ultimate Frisbee @ Charlotte</a:t>
            </a:r>
            <a:endParaRPr sz="1800">
              <a:latin typeface="Century Schoolbook"/>
              <a:ea typeface="Century Schoolbook"/>
              <a:cs typeface="Century Schoolbook"/>
              <a:sym typeface="Century Schoolbook"/>
            </a:endParaRPr>
          </a:p>
          <a:p>
            <a:pPr marL="0" lvl="0" indent="0" algn="l" rtl="0">
              <a:spcBef>
                <a:spcPts val="0"/>
              </a:spcBef>
              <a:spcAft>
                <a:spcPts val="0"/>
              </a:spcAft>
              <a:buNone/>
            </a:pPr>
            <a:r>
              <a:rPr lang="en-US" sz="1800">
                <a:latin typeface="Century Schoolbook"/>
                <a:ea typeface="Century Schoolbook"/>
                <a:cs typeface="Century Schoolbook"/>
                <a:sym typeface="Century Schoolbook"/>
              </a:rPr>
              <a:t>Women’s Soccer vs WCU</a:t>
            </a:r>
            <a:endParaRPr sz="1800">
              <a:latin typeface="Century Schoolbook"/>
              <a:ea typeface="Century Schoolbook"/>
              <a:cs typeface="Century Schoolbook"/>
              <a:sym typeface="Century Schoolbook"/>
            </a:endParaRPr>
          </a:p>
          <a:p>
            <a:pPr marL="0" lvl="0" indent="0" algn="l" rtl="0">
              <a:spcBef>
                <a:spcPts val="0"/>
              </a:spcBef>
              <a:spcAft>
                <a:spcPts val="0"/>
              </a:spcAft>
              <a:buNone/>
            </a:pPr>
            <a:r>
              <a:rPr lang="en-US" sz="1800">
                <a:latin typeface="Century Schoolbook"/>
                <a:ea typeface="Century Schoolbook"/>
                <a:cs typeface="Century Schoolbook"/>
                <a:sym typeface="Century Schoolbook"/>
              </a:rPr>
              <a:t>Rugby vs Duke</a:t>
            </a:r>
            <a:endParaRPr sz="1800">
              <a:latin typeface="Century Schoolbook"/>
              <a:ea typeface="Century Schoolbook"/>
              <a:cs typeface="Century Schoolbook"/>
              <a:sym typeface="Century Schoolbook"/>
            </a:endParaRPr>
          </a:p>
          <a:p>
            <a:pPr marL="0" lvl="0" indent="0" algn="l" rtl="0">
              <a:spcBef>
                <a:spcPts val="0"/>
              </a:spcBef>
              <a:spcAft>
                <a:spcPts val="0"/>
              </a:spcAft>
              <a:buNone/>
            </a:pPr>
            <a:endParaRPr sz="1800">
              <a:latin typeface="Century Schoolbook"/>
              <a:ea typeface="Century Schoolbook"/>
              <a:cs typeface="Century Schoolbook"/>
              <a:sym typeface="Century Schoolbook"/>
            </a:endParaRPr>
          </a:p>
          <a:p>
            <a:pPr marL="0" lvl="0" indent="0" algn="l" rtl="0">
              <a:spcBef>
                <a:spcPts val="0"/>
              </a:spcBef>
              <a:spcAft>
                <a:spcPts val="0"/>
              </a:spcAft>
              <a:buNone/>
            </a:pPr>
            <a:endParaRPr sz="1800" b="1">
              <a:latin typeface="Century Schoolbook"/>
              <a:ea typeface="Century Schoolbook"/>
              <a:cs typeface="Century Schoolbook"/>
              <a:sym typeface="Century Schoolbook"/>
            </a:endParaRPr>
          </a:p>
          <a:p>
            <a:pPr marL="0" lvl="0" indent="0" algn="l" rtl="0">
              <a:spcBef>
                <a:spcPts val="0"/>
              </a:spcBef>
              <a:spcAft>
                <a:spcPts val="0"/>
              </a:spcAft>
              <a:buNone/>
            </a:pPr>
            <a:r>
              <a:rPr lang="en-US" sz="1800" b="1" u="sng">
                <a:latin typeface="Century Schoolbook"/>
                <a:ea typeface="Century Schoolbook"/>
                <a:cs typeface="Century Schoolbook"/>
                <a:sym typeface="Century Schoolbook"/>
              </a:rPr>
              <a:t>Next Weekend</a:t>
            </a:r>
            <a:endParaRPr sz="1800" b="1" u="sng">
              <a:latin typeface="Century Schoolbook"/>
              <a:ea typeface="Century Schoolbook"/>
              <a:cs typeface="Century Schoolbook"/>
              <a:sym typeface="Century Schoolbook"/>
            </a:endParaRPr>
          </a:p>
          <a:p>
            <a:pPr marL="0" lvl="0" indent="0" algn="l" rtl="0">
              <a:spcBef>
                <a:spcPts val="0"/>
              </a:spcBef>
              <a:spcAft>
                <a:spcPts val="0"/>
              </a:spcAft>
              <a:buNone/>
            </a:pPr>
            <a:endParaRPr sz="1800" u="sng">
              <a:latin typeface="Century Schoolbook"/>
              <a:ea typeface="Century Schoolbook"/>
              <a:cs typeface="Century Schoolbook"/>
              <a:sym typeface="Century Schoolbook"/>
            </a:endParaRPr>
          </a:p>
          <a:p>
            <a:pPr marL="0" lvl="0" indent="0" algn="l" rtl="0">
              <a:spcBef>
                <a:spcPts val="0"/>
              </a:spcBef>
              <a:spcAft>
                <a:spcPts val="0"/>
              </a:spcAft>
              <a:buNone/>
            </a:pPr>
            <a:r>
              <a:rPr lang="en-US" sz="1800">
                <a:latin typeface="Century Schoolbook"/>
                <a:ea typeface="Century Schoolbook"/>
                <a:cs typeface="Century Schoolbook"/>
                <a:sym typeface="Century Schoolbook"/>
              </a:rPr>
              <a:t>Rugby @ College of Charleston</a:t>
            </a:r>
            <a:endParaRPr sz="1800">
              <a:latin typeface="Century Schoolbook"/>
              <a:ea typeface="Century Schoolbook"/>
              <a:cs typeface="Century Schoolbook"/>
              <a:sym typeface="Century Schoolbook"/>
            </a:endParaRPr>
          </a:p>
          <a:p>
            <a:pPr marL="0" lvl="0" indent="0" algn="l" rtl="0">
              <a:spcBef>
                <a:spcPts val="0"/>
              </a:spcBef>
              <a:spcAft>
                <a:spcPts val="0"/>
              </a:spcAft>
              <a:buNone/>
            </a:pPr>
            <a:endParaRPr sz="1800">
              <a:latin typeface="Century Schoolbook"/>
              <a:ea typeface="Century Schoolbook"/>
              <a:cs typeface="Century Schoolbook"/>
              <a:sym typeface="Century Schoolbook"/>
            </a:endParaRPr>
          </a:p>
        </p:txBody>
      </p:sp>
      <p:sp>
        <p:nvSpPr>
          <p:cNvPr id="399" name="Google Shape;399;g28a13e41bf2_2_0"/>
          <p:cNvSpPr txBox="1"/>
          <p:nvPr/>
        </p:nvSpPr>
        <p:spPr>
          <a:xfrm>
            <a:off x="4169275" y="2444025"/>
            <a:ext cx="3320400" cy="2213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900" b="1">
                <a:latin typeface="Century Schoolbook"/>
                <a:ea typeface="Century Schoolbook"/>
                <a:cs typeface="Century Schoolbook"/>
                <a:sym typeface="Century Schoolbook"/>
              </a:rPr>
              <a:t>Intramurals</a:t>
            </a:r>
            <a:endParaRPr sz="2900" b="1">
              <a:latin typeface="Century Schoolbook"/>
              <a:ea typeface="Century Schoolbook"/>
              <a:cs typeface="Century Schoolbook"/>
              <a:sym typeface="Century Schoolbook"/>
            </a:endParaRPr>
          </a:p>
          <a:p>
            <a:pPr marL="0" lvl="0" indent="0" algn="ctr" rtl="0">
              <a:spcBef>
                <a:spcPts val="0"/>
              </a:spcBef>
              <a:spcAft>
                <a:spcPts val="0"/>
              </a:spcAft>
              <a:buNone/>
            </a:pPr>
            <a:endParaRPr sz="1800">
              <a:latin typeface="Century Schoolbook"/>
              <a:ea typeface="Century Schoolbook"/>
              <a:cs typeface="Century Schoolbook"/>
              <a:sym typeface="Century Schoolbook"/>
            </a:endParaRPr>
          </a:p>
          <a:p>
            <a:pPr marL="0" lvl="0" indent="0" algn="ctr" rtl="0">
              <a:spcBef>
                <a:spcPts val="0"/>
              </a:spcBef>
              <a:spcAft>
                <a:spcPts val="0"/>
              </a:spcAft>
              <a:buNone/>
            </a:pPr>
            <a:endParaRPr sz="1800">
              <a:latin typeface="Century Schoolbook"/>
              <a:ea typeface="Century Schoolbook"/>
              <a:cs typeface="Century Schoolbook"/>
              <a:sym typeface="Century Schoolbook"/>
            </a:endParaRPr>
          </a:p>
          <a:p>
            <a:pPr marL="0" lvl="0" indent="0" algn="ctr" rtl="0">
              <a:spcBef>
                <a:spcPts val="0"/>
              </a:spcBef>
              <a:spcAft>
                <a:spcPts val="0"/>
              </a:spcAft>
              <a:buNone/>
            </a:pPr>
            <a:r>
              <a:rPr lang="en-US" sz="1800">
                <a:latin typeface="Century Schoolbook"/>
                <a:ea typeface="Century Schoolbook"/>
                <a:cs typeface="Century Schoolbook"/>
                <a:sym typeface="Century Schoolbook"/>
              </a:rPr>
              <a:t>Tennis, Dodgeball &amp; Table Tennis Signups are </a:t>
            </a:r>
            <a:r>
              <a:rPr lang="en-US" sz="1800" b="1">
                <a:latin typeface="Century Schoolbook"/>
                <a:ea typeface="Century Schoolbook"/>
                <a:cs typeface="Century Schoolbook"/>
                <a:sym typeface="Century Schoolbook"/>
              </a:rPr>
              <a:t>OPEN NOW!</a:t>
            </a:r>
            <a:endParaRPr sz="1800">
              <a:latin typeface="Century Schoolbook"/>
              <a:ea typeface="Century Schoolbook"/>
              <a:cs typeface="Century Schoolbook"/>
              <a:sym typeface="Century Schoolbook"/>
            </a:endParaRPr>
          </a:p>
          <a:p>
            <a:pPr marL="0" lvl="0" indent="0" algn="ctr" rtl="0">
              <a:spcBef>
                <a:spcPts val="0"/>
              </a:spcBef>
              <a:spcAft>
                <a:spcPts val="0"/>
              </a:spcAft>
              <a:buNone/>
            </a:pPr>
            <a:endParaRPr sz="1800">
              <a:latin typeface="Century Schoolbook"/>
              <a:ea typeface="Century Schoolbook"/>
              <a:cs typeface="Century Schoolbook"/>
              <a:sym typeface="Century Schoolbook"/>
            </a:endParaRPr>
          </a:p>
          <a:p>
            <a:pPr marL="0" lvl="0" indent="0" algn="ctr" rtl="0">
              <a:spcBef>
                <a:spcPts val="0"/>
              </a:spcBef>
              <a:spcAft>
                <a:spcPts val="0"/>
              </a:spcAft>
              <a:buNone/>
            </a:pPr>
            <a:endParaRPr sz="1800">
              <a:latin typeface="Century Schoolbook"/>
              <a:ea typeface="Century Schoolbook"/>
              <a:cs typeface="Century Schoolbook"/>
              <a:sym typeface="Century Schoolbook"/>
            </a:endParaRPr>
          </a:p>
        </p:txBody>
      </p:sp>
      <p:sp>
        <p:nvSpPr>
          <p:cNvPr id="400" name="Google Shape;400;g28a13e41bf2_2_0"/>
          <p:cNvSpPr txBox="1"/>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2743200" lvl="0" indent="457200" algn="l" rtl="0">
              <a:lnSpc>
                <a:spcPct val="90000"/>
              </a:lnSpc>
              <a:spcBef>
                <a:spcPts val="0"/>
              </a:spcBef>
              <a:spcAft>
                <a:spcPts val="0"/>
              </a:spcAft>
              <a:buNone/>
            </a:pPr>
            <a:r>
              <a:rPr lang="en-US" sz="4400">
                <a:solidFill>
                  <a:srgbClr val="582C83"/>
                </a:solidFill>
                <a:latin typeface="Libre Franklin Medium"/>
                <a:ea typeface="Libre Franklin Medium"/>
                <a:cs typeface="Libre Franklin Medium"/>
                <a:sym typeface="Libre Franklin Medium"/>
              </a:rPr>
              <a:t> - Eva Brooks</a:t>
            </a:r>
            <a:endParaRPr sz="4400">
              <a:solidFill>
                <a:srgbClr val="582C83"/>
              </a:solidFill>
              <a:latin typeface="Libre Franklin Medium"/>
              <a:ea typeface="Libre Franklin Medium"/>
              <a:cs typeface="Libre Franklin Medium"/>
              <a:sym typeface="Libre Franklin Medium"/>
            </a:endParaRPr>
          </a:p>
        </p:txBody>
      </p:sp>
      <p:sp>
        <p:nvSpPr>
          <p:cNvPr id="401" name="Google Shape;401;g28a13e41bf2_2_0"/>
          <p:cNvSpPr txBox="1"/>
          <p:nvPr/>
        </p:nvSpPr>
        <p:spPr>
          <a:xfrm>
            <a:off x="8230250" y="1896550"/>
            <a:ext cx="3783000" cy="319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900" b="1">
              <a:latin typeface="Century Schoolbook"/>
              <a:ea typeface="Century Schoolbook"/>
              <a:cs typeface="Century Schoolbook"/>
              <a:sym typeface="Century Schoolbook"/>
            </a:endParaRPr>
          </a:p>
          <a:p>
            <a:pPr marL="0" lvl="0" indent="0" algn="l" rtl="0">
              <a:spcBef>
                <a:spcPts val="0"/>
              </a:spcBef>
              <a:spcAft>
                <a:spcPts val="0"/>
              </a:spcAft>
              <a:buNone/>
            </a:pPr>
            <a:r>
              <a:rPr lang="en-US" sz="2900" b="1">
                <a:latin typeface="Century Schoolbook"/>
                <a:ea typeface="Century Schoolbook"/>
                <a:cs typeface="Century Schoolbook"/>
                <a:sym typeface="Century Schoolbook"/>
              </a:rPr>
              <a:t>New Campus Recreation Rep starting Jan 2024!</a:t>
            </a:r>
            <a:endParaRPr sz="2900" b="1">
              <a:latin typeface="Century Schoolbook"/>
              <a:ea typeface="Century Schoolbook"/>
              <a:cs typeface="Century Schoolbook"/>
              <a:sym typeface="Century Schoolbook"/>
            </a:endParaRPr>
          </a:p>
          <a:p>
            <a:pPr marL="0" lvl="0" indent="0" algn="l" rtl="0">
              <a:spcBef>
                <a:spcPts val="0"/>
              </a:spcBef>
              <a:spcAft>
                <a:spcPts val="0"/>
              </a:spcAft>
              <a:buNone/>
            </a:pPr>
            <a:endParaRPr sz="2900" b="1">
              <a:latin typeface="Century Schoolbook"/>
              <a:ea typeface="Century Schoolbook"/>
              <a:cs typeface="Century Schoolbook"/>
              <a:sym typeface="Century Schoolbook"/>
            </a:endParaRPr>
          </a:p>
          <a:p>
            <a:pPr marL="0" lvl="0" indent="0" algn="l" rtl="0">
              <a:spcBef>
                <a:spcPts val="0"/>
              </a:spcBef>
              <a:spcAft>
                <a:spcPts val="0"/>
              </a:spcAft>
              <a:buNone/>
            </a:pPr>
            <a:r>
              <a:rPr lang="en-US" sz="2900" b="1">
                <a:latin typeface="Century Schoolbook"/>
                <a:ea typeface="Century Schoolbook"/>
                <a:cs typeface="Century Schoolbook"/>
                <a:sym typeface="Century Schoolbook"/>
              </a:rPr>
              <a:t>Deen Deovic</a:t>
            </a:r>
            <a:endParaRPr sz="1800">
              <a:latin typeface="Century Schoolbook"/>
              <a:ea typeface="Century Schoolbook"/>
              <a:cs typeface="Century Schoolbook"/>
              <a:sym typeface="Century Schoolbook"/>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32"/>
          <p:cNvSpPr txBox="1">
            <a:spLocks noGrp="1"/>
          </p:cNvSpPr>
          <p:nvPr>
            <p:ph type="title"/>
          </p:nvPr>
        </p:nvSpPr>
        <p:spPr>
          <a:xfrm>
            <a:off x="838200" y="365125"/>
            <a:ext cx="84195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Abijah Leamon </a:t>
            </a:r>
            <a:endParaRPr sz="6000">
              <a:latin typeface="Lobster"/>
              <a:ea typeface="Lobster"/>
              <a:cs typeface="Lobster"/>
              <a:sym typeface="Lobster"/>
            </a:endParaRPr>
          </a:p>
        </p:txBody>
      </p:sp>
      <p:sp>
        <p:nvSpPr>
          <p:cNvPr id="416" name="Google Shape;416;p32"/>
          <p:cNvSpPr txBox="1"/>
          <p:nvPr/>
        </p:nvSpPr>
        <p:spPr>
          <a:xfrm>
            <a:off x="732725" y="1633950"/>
            <a:ext cx="7482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entury Schoolbook"/>
              <a:ea typeface="Century Schoolbook"/>
              <a:cs typeface="Century Schoolbook"/>
              <a:sym typeface="Century Schoolbook"/>
            </a:endParaRPr>
          </a:p>
        </p:txBody>
      </p:sp>
      <p:sp>
        <p:nvSpPr>
          <p:cNvPr id="417" name="Google Shape;417;p32"/>
          <p:cNvSpPr txBox="1"/>
          <p:nvPr/>
        </p:nvSpPr>
        <p:spPr>
          <a:xfrm>
            <a:off x="962875" y="1571625"/>
            <a:ext cx="4824300" cy="861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b="1">
              <a:latin typeface="Century Schoolbook"/>
              <a:ea typeface="Century Schoolbook"/>
              <a:cs typeface="Century Schoolbook"/>
              <a:sym typeface="Century Schoolbook"/>
            </a:endParaRPr>
          </a:p>
          <a:p>
            <a:pPr marL="0" lvl="0" indent="0" algn="l" rtl="0">
              <a:spcBef>
                <a:spcPts val="0"/>
              </a:spcBef>
              <a:spcAft>
                <a:spcPts val="0"/>
              </a:spcAft>
              <a:buNone/>
            </a:pPr>
            <a:endParaRPr>
              <a:latin typeface="Century Schoolbook"/>
              <a:ea typeface="Century Schoolbook"/>
              <a:cs typeface="Century Schoolbook"/>
              <a:sym typeface="Century Schoolbook"/>
            </a:endParaRPr>
          </a:p>
          <a:p>
            <a:pPr marL="0" lvl="0" indent="0" algn="l" rtl="0">
              <a:spcBef>
                <a:spcPts val="0"/>
              </a:spcBef>
              <a:spcAft>
                <a:spcPts val="0"/>
              </a:spcAft>
              <a:buNone/>
            </a:pPr>
            <a:endParaRPr>
              <a:latin typeface="Century Schoolbook"/>
              <a:ea typeface="Century Schoolbook"/>
              <a:cs typeface="Century Schoolbook"/>
              <a:sym typeface="Century Schoolbook"/>
            </a:endParaRPr>
          </a:p>
        </p:txBody>
      </p:sp>
      <p:pic>
        <p:nvPicPr>
          <p:cNvPr id="418" name="Google Shape;418;p32" descr="Furman Student Diversity Council - SDC | Facebook"/>
          <p:cNvPicPr preferRelativeResize="0"/>
          <p:nvPr/>
        </p:nvPicPr>
        <p:blipFill>
          <a:blip r:embed="rId3">
            <a:alphaModFix/>
          </a:blip>
          <a:stretch>
            <a:fillRect/>
          </a:stretch>
        </p:blipFill>
        <p:spPr>
          <a:xfrm>
            <a:off x="6759625" y="170725"/>
            <a:ext cx="1866900" cy="17145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3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Panhel - Katherine Murphy </a:t>
            </a:r>
            <a:endParaRPr/>
          </a:p>
        </p:txBody>
      </p:sp>
      <p:sp>
        <p:nvSpPr>
          <p:cNvPr id="425" name="Google Shape;425;p34"/>
          <p:cNvSpPr txBox="1"/>
          <p:nvPr/>
        </p:nvSpPr>
        <p:spPr>
          <a:xfrm>
            <a:off x="594450" y="1788525"/>
            <a:ext cx="7120800" cy="2124000"/>
          </a:xfrm>
          <a:prstGeom prst="rect">
            <a:avLst/>
          </a:prstGeom>
          <a:noFill/>
          <a:ln>
            <a:noFill/>
          </a:ln>
        </p:spPr>
        <p:txBody>
          <a:bodyPr spcFirstLastPara="1" wrap="square" lIns="91425" tIns="91425" rIns="91425" bIns="91425" anchor="t" anchorCtr="0">
            <a:spAutoFit/>
          </a:bodyPr>
          <a:lstStyle/>
          <a:p>
            <a:pPr marL="457200" lvl="0" indent="-361950" algn="l" rtl="0">
              <a:spcBef>
                <a:spcPts val="0"/>
              </a:spcBef>
              <a:spcAft>
                <a:spcPts val="0"/>
              </a:spcAft>
              <a:buSzPts val="2100"/>
              <a:buFont typeface="Century Schoolbook"/>
              <a:buChar char="●"/>
            </a:pPr>
            <a:r>
              <a:rPr lang="en-US" sz="2100">
                <a:latin typeface="Century Schoolbook"/>
                <a:ea typeface="Century Schoolbook"/>
                <a:cs typeface="Century Schoolbook"/>
                <a:sym typeface="Century Schoolbook"/>
              </a:rPr>
              <a:t>Fall Philanthropy Festival - October 12th, 5-7pm on the mall</a:t>
            </a:r>
            <a:endParaRPr sz="2100">
              <a:latin typeface="Century Schoolbook"/>
              <a:ea typeface="Century Schoolbook"/>
              <a:cs typeface="Century Schoolbook"/>
              <a:sym typeface="Century Schoolbook"/>
            </a:endParaRPr>
          </a:p>
          <a:p>
            <a:pPr marL="457200" lvl="0" indent="-361950" algn="l" rtl="0">
              <a:spcBef>
                <a:spcPts val="0"/>
              </a:spcBef>
              <a:spcAft>
                <a:spcPts val="0"/>
              </a:spcAft>
              <a:buSzPts val="2100"/>
              <a:buFont typeface="Century Schoolbook"/>
              <a:buChar char="●"/>
            </a:pPr>
            <a:r>
              <a:rPr lang="en-US" sz="2100">
                <a:latin typeface="Century Schoolbook"/>
                <a:ea typeface="Century Schoolbook"/>
                <a:cs typeface="Century Schoolbook"/>
                <a:sym typeface="Century Schoolbook"/>
              </a:rPr>
              <a:t>KDQ - October 19th in the Watkins Room</a:t>
            </a:r>
            <a:endParaRPr sz="2100">
              <a:latin typeface="Century Schoolbook"/>
              <a:ea typeface="Century Schoolbook"/>
              <a:cs typeface="Century Schoolbook"/>
              <a:sym typeface="Century Schoolbook"/>
            </a:endParaRPr>
          </a:p>
          <a:p>
            <a:pPr marL="457200" lvl="0" indent="-361950" algn="l" rtl="0">
              <a:spcBef>
                <a:spcPts val="0"/>
              </a:spcBef>
              <a:spcAft>
                <a:spcPts val="0"/>
              </a:spcAft>
              <a:buSzPts val="2100"/>
              <a:buFont typeface="Century Schoolbook"/>
              <a:buChar char="●"/>
            </a:pPr>
            <a:r>
              <a:rPr lang="en-US" sz="2100">
                <a:latin typeface="Century Schoolbook"/>
                <a:ea typeface="Century Schoolbook"/>
                <a:cs typeface="Century Schoolbook"/>
                <a:sym typeface="Century Schoolbook"/>
              </a:rPr>
              <a:t>DG’s Anchor Games - October 20th, 3-5 pm on NV fields</a:t>
            </a:r>
            <a:endParaRPr sz="2100">
              <a:latin typeface="Century Schoolbook"/>
              <a:ea typeface="Century Schoolbook"/>
              <a:cs typeface="Century Schoolbook"/>
              <a:sym typeface="Century Schoolbook"/>
            </a:endParaRPr>
          </a:p>
          <a:p>
            <a:pPr marL="0" lvl="0" indent="0" algn="l" rtl="0">
              <a:spcBef>
                <a:spcPts val="0"/>
              </a:spcBef>
              <a:spcAft>
                <a:spcPts val="0"/>
              </a:spcAft>
              <a:buNone/>
            </a:pPr>
            <a:endParaRPr sz="2100">
              <a:latin typeface="Century Schoolbook"/>
              <a:ea typeface="Century Schoolbook"/>
              <a:cs typeface="Century Schoolbook"/>
              <a:sym typeface="Century Schoolbook"/>
            </a:endParaRPr>
          </a:p>
        </p:txBody>
      </p:sp>
      <p:pic>
        <p:nvPicPr>
          <p:cNvPr id="426" name="Google Shape;426;p34" descr="PC.png"/>
          <p:cNvPicPr preferRelativeResize="0"/>
          <p:nvPr/>
        </p:nvPicPr>
        <p:blipFill>
          <a:blip r:embed="rId3">
            <a:alphaModFix/>
          </a:blip>
          <a:stretch>
            <a:fillRect/>
          </a:stretch>
        </p:blipFill>
        <p:spPr>
          <a:xfrm>
            <a:off x="10207875" y="69600"/>
            <a:ext cx="1872750" cy="20093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36"/>
          <p:cNvSpPr txBox="1">
            <a:spLocks noGrp="1"/>
          </p:cNvSpPr>
          <p:nvPr>
            <p:ph type="title"/>
          </p:nvPr>
        </p:nvSpPr>
        <p:spPr>
          <a:xfrm>
            <a:off x="360925" y="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ROTC- Luke Stewart </a:t>
            </a:r>
            <a:endParaRPr/>
          </a:p>
        </p:txBody>
      </p:sp>
      <p:sp>
        <p:nvSpPr>
          <p:cNvPr id="433" name="Google Shape;433;p36"/>
          <p:cNvSpPr txBox="1"/>
          <p:nvPr/>
        </p:nvSpPr>
        <p:spPr>
          <a:xfrm>
            <a:off x="166575" y="1325700"/>
            <a:ext cx="3924300" cy="492600"/>
          </a:xfrm>
          <a:prstGeom prst="rect">
            <a:avLst/>
          </a:prstGeom>
          <a:noFill/>
          <a:ln>
            <a:noFill/>
          </a:ln>
        </p:spPr>
        <p:txBody>
          <a:bodyPr spcFirstLastPara="1" wrap="square" lIns="91425" tIns="91425" rIns="91425" bIns="91425" anchor="t" anchorCtr="0">
            <a:spAutoFit/>
          </a:bodyPr>
          <a:lstStyle/>
          <a:p>
            <a:pPr marL="457200" lvl="0" indent="-355600" algn="l" rtl="0">
              <a:spcBef>
                <a:spcPts val="0"/>
              </a:spcBef>
              <a:spcAft>
                <a:spcPts val="0"/>
              </a:spcAft>
              <a:buSzPts val="2000"/>
              <a:buFont typeface="Century Schoolbook"/>
              <a:buChar char="-"/>
            </a:pPr>
            <a:endParaRPr sz="2000">
              <a:latin typeface="Century Schoolbook"/>
              <a:ea typeface="Century Schoolbook"/>
              <a:cs typeface="Century Schoolbook"/>
              <a:sym typeface="Century Schoolbook"/>
            </a:endParaRPr>
          </a:p>
        </p:txBody>
      </p:sp>
      <p:sp>
        <p:nvSpPr>
          <p:cNvPr id="434" name="Google Shape;434;p36"/>
          <p:cNvSpPr txBox="1"/>
          <p:nvPr/>
        </p:nvSpPr>
        <p:spPr>
          <a:xfrm>
            <a:off x="1663100" y="3137725"/>
            <a:ext cx="5331000" cy="4002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endParaRPr>
              <a:latin typeface="Century Schoolbook"/>
              <a:ea typeface="Century Schoolbook"/>
              <a:cs typeface="Century Schoolbook"/>
              <a:sym typeface="Century Schoolbook"/>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g152e01f2e5c_0_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FUOC- Adrian Gonzalez</a:t>
            </a:r>
            <a:endParaRPr/>
          </a:p>
        </p:txBody>
      </p:sp>
      <p:sp>
        <p:nvSpPr>
          <p:cNvPr id="441" name="Google Shape;441;g152e01f2e5c_0_5"/>
          <p:cNvSpPr txBox="1">
            <a:spLocks noGrp="1"/>
          </p:cNvSpPr>
          <p:nvPr>
            <p:ph type="body" idx="1"/>
          </p:nvPr>
        </p:nvSpPr>
        <p:spPr>
          <a:xfrm>
            <a:off x="838200" y="1825625"/>
            <a:ext cx="5181600" cy="4351200"/>
          </a:xfrm>
          <a:prstGeom prst="rect">
            <a:avLst/>
          </a:prstGeom>
        </p:spPr>
        <p:txBody>
          <a:bodyPr spcFirstLastPara="1" wrap="square" lIns="91425" tIns="45700" rIns="91425" bIns="45700" anchor="t" anchorCtr="0">
            <a:normAutofit/>
          </a:bodyPr>
          <a:lstStyle/>
          <a:p>
            <a:pPr marL="457200" lvl="0" indent="-342900" algn="l" rtl="0">
              <a:spcBef>
                <a:spcPts val="1000"/>
              </a:spcBef>
              <a:spcAft>
                <a:spcPts val="0"/>
              </a:spcAft>
              <a:buSzPts val="1800"/>
              <a:buChar char="•"/>
            </a:pPr>
            <a:r>
              <a:rPr lang="en-US"/>
              <a:t> </a:t>
            </a:r>
            <a:endParaRPr/>
          </a:p>
        </p:txBody>
      </p:sp>
      <p:sp>
        <p:nvSpPr>
          <p:cNvPr id="442" name="Google Shape;442;g152e01f2e5c_0_5"/>
          <p:cNvSpPr txBox="1">
            <a:spLocks noGrp="1"/>
          </p:cNvSpPr>
          <p:nvPr>
            <p:ph type="body" idx="2"/>
          </p:nvPr>
        </p:nvSpPr>
        <p:spPr>
          <a:xfrm>
            <a:off x="6172200" y="1825625"/>
            <a:ext cx="5181600" cy="4351200"/>
          </a:xfrm>
          <a:prstGeom prst="rect">
            <a:avLst/>
          </a:prstGeom>
        </p:spPr>
        <p:txBody>
          <a:bodyPr spcFirstLastPara="1" wrap="square" lIns="91425" tIns="45700" rIns="91425" bIns="45700" anchor="t" anchorCtr="0">
            <a:normAutofit/>
          </a:bodyPr>
          <a:lstStyle/>
          <a:p>
            <a:pPr marL="457200" lvl="0" indent="-342900" algn="l" rtl="0">
              <a:spcBef>
                <a:spcPts val="1000"/>
              </a:spcBef>
              <a:spcAft>
                <a:spcPts val="0"/>
              </a:spcAft>
              <a:buSzPts val="1800"/>
              <a:buChar char="•"/>
            </a:pPr>
            <a:r>
              <a:rPr lang="en-US"/>
              <a:t>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pic>
        <p:nvPicPr>
          <p:cNvPr id="448" name="Google Shape;448;g152e01f2e5c_0_10"/>
          <p:cNvPicPr preferRelativeResize="0"/>
          <p:nvPr/>
        </p:nvPicPr>
        <p:blipFill rotWithShape="1">
          <a:blip r:embed="rId3">
            <a:alphaModFix/>
          </a:blip>
          <a:srcRect r="49269" b="69949"/>
          <a:stretch/>
        </p:blipFill>
        <p:spPr>
          <a:xfrm>
            <a:off x="2335925" y="4231675"/>
            <a:ext cx="4027800" cy="1208025"/>
          </a:xfrm>
          <a:prstGeom prst="rect">
            <a:avLst/>
          </a:prstGeom>
          <a:noFill/>
          <a:ln>
            <a:noFill/>
          </a:ln>
        </p:spPr>
      </p:pic>
      <p:sp>
        <p:nvSpPr>
          <p:cNvPr id="449" name="Google Shape;449;g152e01f2e5c_0_1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Paladin – Colin Brake </a:t>
            </a:r>
            <a:endParaRPr/>
          </a:p>
        </p:txBody>
      </p:sp>
      <p:sp>
        <p:nvSpPr>
          <p:cNvPr id="450" name="Google Shape;450;g152e01f2e5c_0_10"/>
          <p:cNvSpPr txBox="1">
            <a:spLocks noGrp="1"/>
          </p:cNvSpPr>
          <p:nvPr>
            <p:ph type="body" idx="1"/>
          </p:nvPr>
        </p:nvSpPr>
        <p:spPr>
          <a:xfrm>
            <a:off x="838200" y="1506075"/>
            <a:ext cx="7067700" cy="4351200"/>
          </a:xfrm>
          <a:prstGeom prst="rect">
            <a:avLst/>
          </a:prstGeom>
          <a:noFill/>
          <a:ln>
            <a:noFill/>
          </a:ln>
        </p:spPr>
        <p:txBody>
          <a:bodyPr spcFirstLastPara="1" wrap="square" lIns="91425" tIns="45700" rIns="91425" bIns="45700" anchor="t" anchorCtr="0">
            <a:normAutofit fontScale="25000" lnSpcReduction="20000"/>
          </a:bodyPr>
          <a:lstStyle/>
          <a:p>
            <a:pPr marL="0" lvl="0" indent="0" algn="l" rtl="0">
              <a:lnSpc>
                <a:spcPct val="115000"/>
              </a:lnSpc>
              <a:spcBef>
                <a:spcPts val="1000"/>
              </a:spcBef>
              <a:spcAft>
                <a:spcPts val="0"/>
              </a:spcAft>
              <a:buNone/>
            </a:pPr>
            <a:r>
              <a:rPr lang="en-US" sz="10585"/>
              <a:t>Is there something you’re interested in having </a:t>
            </a:r>
            <a:r>
              <a:rPr lang="en-US" sz="10585" i="1"/>
              <a:t>The Paladin </a:t>
            </a:r>
            <a:r>
              <a:rPr lang="en-US" sz="10585"/>
              <a:t>cover? Let us know!</a:t>
            </a:r>
            <a:endParaRPr sz="10585"/>
          </a:p>
          <a:p>
            <a:pPr marL="457200" lvl="0" indent="-380770" algn="l" rtl="0">
              <a:lnSpc>
                <a:spcPct val="115000"/>
              </a:lnSpc>
              <a:spcBef>
                <a:spcPts val="1000"/>
              </a:spcBef>
              <a:spcAft>
                <a:spcPts val="0"/>
              </a:spcAft>
              <a:buSzPct val="90553"/>
              <a:buChar char="•"/>
            </a:pPr>
            <a:r>
              <a:rPr lang="en-US" sz="10585"/>
              <a:t>Announcement</a:t>
            </a:r>
            <a:endParaRPr sz="10585"/>
          </a:p>
          <a:p>
            <a:pPr marL="457200" lvl="0" indent="-380770" algn="l" rtl="0">
              <a:lnSpc>
                <a:spcPct val="115000"/>
              </a:lnSpc>
              <a:spcBef>
                <a:spcPts val="0"/>
              </a:spcBef>
              <a:spcAft>
                <a:spcPts val="0"/>
              </a:spcAft>
              <a:buSzPct val="90553"/>
              <a:buChar char="•"/>
            </a:pPr>
            <a:r>
              <a:rPr lang="en-US" sz="10585"/>
              <a:t>Event (for your/another org)</a:t>
            </a:r>
            <a:endParaRPr sz="10585"/>
          </a:p>
          <a:p>
            <a:pPr marL="457200" lvl="0" indent="-380770" algn="l" rtl="0">
              <a:lnSpc>
                <a:spcPct val="115000"/>
              </a:lnSpc>
              <a:spcBef>
                <a:spcPts val="0"/>
              </a:spcBef>
              <a:spcAft>
                <a:spcPts val="0"/>
              </a:spcAft>
              <a:buSzPct val="90553"/>
              <a:buChar char="•"/>
            </a:pPr>
            <a:r>
              <a:rPr lang="en-US" sz="10585"/>
              <a:t>Issue (cultural/administrative)</a:t>
            </a:r>
            <a:endParaRPr sz="10585"/>
          </a:p>
          <a:p>
            <a:pPr marL="457200" lvl="0" indent="-380770" algn="l" rtl="0">
              <a:lnSpc>
                <a:spcPct val="115000"/>
              </a:lnSpc>
              <a:spcBef>
                <a:spcPts val="0"/>
              </a:spcBef>
              <a:spcAft>
                <a:spcPts val="0"/>
              </a:spcAft>
              <a:buSzPct val="90553"/>
              <a:buChar char="•"/>
            </a:pPr>
            <a:r>
              <a:rPr lang="en-US" sz="10585"/>
              <a:t>Opinion</a:t>
            </a:r>
            <a:endParaRPr sz="10585"/>
          </a:p>
          <a:p>
            <a:pPr marL="0" lvl="0" indent="0" algn="ctr" rtl="0">
              <a:lnSpc>
                <a:spcPct val="115000"/>
              </a:lnSpc>
              <a:spcBef>
                <a:spcPts val="1000"/>
              </a:spcBef>
              <a:spcAft>
                <a:spcPts val="0"/>
              </a:spcAft>
              <a:buNone/>
            </a:pPr>
            <a:endParaRPr sz="10585" b="1"/>
          </a:p>
          <a:p>
            <a:pPr marL="0" lvl="0" indent="0" algn="ctr" rtl="0">
              <a:lnSpc>
                <a:spcPct val="115000"/>
              </a:lnSpc>
              <a:spcBef>
                <a:spcPts val="1000"/>
              </a:spcBef>
              <a:spcAft>
                <a:spcPts val="0"/>
              </a:spcAft>
              <a:buNone/>
            </a:pPr>
            <a:r>
              <a:rPr lang="en-US" sz="10585" b="1"/>
              <a:t>Link: </a:t>
            </a:r>
            <a:r>
              <a:rPr lang="en-US" sz="10585" b="1" u="sng">
                <a:solidFill>
                  <a:srgbClr val="1155CC"/>
                </a:solidFill>
                <a:hlinkClick r:id="rId4">
                  <a:extLst>
                    <a:ext uri="{A12FA001-AC4F-418D-AE19-62706E023703}">
                      <ahyp:hlinkClr xmlns:ahyp="http://schemas.microsoft.com/office/drawing/2018/hyperlinkcolor" val="tx"/>
                    </a:ext>
                  </a:extLst>
                </a:hlinkClick>
              </a:rPr>
              <a:t>Google form</a:t>
            </a:r>
            <a:endParaRPr sz="10585" b="1">
              <a:solidFill>
                <a:srgbClr val="1155CC"/>
              </a:solidFill>
            </a:endParaRPr>
          </a:p>
          <a:p>
            <a:pPr marL="0" lvl="0" indent="0" algn="l" rtl="0">
              <a:lnSpc>
                <a:spcPct val="115000"/>
              </a:lnSpc>
              <a:spcBef>
                <a:spcPts val="1000"/>
              </a:spcBef>
              <a:spcAft>
                <a:spcPts val="0"/>
              </a:spcAft>
              <a:buNone/>
            </a:pPr>
            <a:endParaRPr b="1"/>
          </a:p>
          <a:p>
            <a:pPr marL="0" lvl="0" indent="0" algn="l" rtl="0">
              <a:lnSpc>
                <a:spcPct val="115000"/>
              </a:lnSpc>
              <a:spcBef>
                <a:spcPts val="1000"/>
              </a:spcBef>
              <a:spcAft>
                <a:spcPts val="0"/>
              </a:spcAft>
              <a:buNone/>
            </a:pPr>
            <a:endParaRPr b="1"/>
          </a:p>
          <a:p>
            <a:pPr marL="0" lvl="0" indent="0" algn="l" rtl="0">
              <a:lnSpc>
                <a:spcPct val="115000"/>
              </a:lnSpc>
              <a:spcBef>
                <a:spcPts val="1000"/>
              </a:spcBef>
              <a:spcAft>
                <a:spcPts val="0"/>
              </a:spcAft>
              <a:buNone/>
            </a:pPr>
            <a:endParaRPr b="1"/>
          </a:p>
          <a:p>
            <a:pPr marL="0" lvl="0" indent="0" algn="l" rtl="0">
              <a:lnSpc>
                <a:spcPct val="90000"/>
              </a:lnSpc>
              <a:spcBef>
                <a:spcPts val="1000"/>
              </a:spcBef>
              <a:spcAft>
                <a:spcPts val="0"/>
              </a:spcAft>
              <a:buNone/>
            </a:pPr>
            <a:endParaRPr/>
          </a:p>
          <a:p>
            <a:pPr marL="0" lvl="0" indent="0" algn="l" rtl="0">
              <a:lnSpc>
                <a:spcPct val="90000"/>
              </a:lnSpc>
              <a:spcBef>
                <a:spcPts val="1000"/>
              </a:spcBef>
              <a:spcAft>
                <a:spcPts val="0"/>
              </a:spcAft>
              <a:buNone/>
            </a:pPr>
            <a:endParaRPr/>
          </a:p>
          <a:p>
            <a:pPr marL="0" lvl="0" indent="0" algn="l" rtl="0">
              <a:lnSpc>
                <a:spcPct val="90000"/>
              </a:lnSpc>
              <a:spcBef>
                <a:spcPts val="1000"/>
              </a:spcBef>
              <a:spcAft>
                <a:spcPts val="0"/>
              </a:spcAft>
              <a:buNone/>
            </a:pPr>
            <a:endParaRPr/>
          </a:p>
        </p:txBody>
      </p:sp>
      <p:pic>
        <p:nvPicPr>
          <p:cNvPr id="451" name="Google Shape;451;g152e01f2e5c_0_10"/>
          <p:cNvPicPr preferRelativeResize="0"/>
          <p:nvPr/>
        </p:nvPicPr>
        <p:blipFill>
          <a:blip r:embed="rId5">
            <a:alphaModFix/>
          </a:blip>
          <a:stretch>
            <a:fillRect/>
          </a:stretch>
        </p:blipFill>
        <p:spPr>
          <a:xfrm>
            <a:off x="8635950" y="749375"/>
            <a:ext cx="2572825" cy="257282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37"/>
          <p:cNvSpPr txBox="1">
            <a:spLocks noGrp="1"/>
          </p:cNvSpPr>
          <p:nvPr>
            <p:ph type="ctrTitle"/>
          </p:nvPr>
        </p:nvSpPr>
        <p:spPr>
          <a:xfrm>
            <a:off x="1524000" y="125868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Committee Reports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38"/>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PR </a:t>
            </a:r>
            <a:endParaRPr/>
          </a:p>
        </p:txBody>
      </p:sp>
      <p:sp>
        <p:nvSpPr>
          <p:cNvPr id="464" name="Google Shape;464;p38"/>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1000"/>
              </a:spcBef>
              <a:spcAft>
                <a:spcPts val="0"/>
              </a:spcAft>
              <a:buSzPts val="2400"/>
              <a:buNone/>
            </a:pP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39"/>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Finance</a:t>
            </a:r>
            <a:endParaRPr/>
          </a:p>
        </p:txBody>
      </p:sp>
      <p:sp>
        <p:nvSpPr>
          <p:cNvPr id="471" name="Google Shape;471;p39"/>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None/>
            </a:pPr>
            <a:r>
              <a:rPr lang="en-US"/>
              <a:t>contact Andrew, he is looking for more people!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42"/>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Parking</a:t>
            </a:r>
            <a:endParaRPr/>
          </a:p>
        </p:txBody>
      </p:sp>
      <p:sp>
        <p:nvSpPr>
          <p:cNvPr id="478" name="Google Shape;478;p42"/>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1000"/>
              </a:spcBef>
              <a:spcAft>
                <a:spcPts val="0"/>
              </a:spcAft>
              <a:buSzPts val="2400"/>
              <a:buNone/>
            </a:pPr>
            <a:r>
              <a:rPr lang="en-US"/>
              <a:t>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47"/>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New Business</a:t>
            </a:r>
            <a:endParaRPr/>
          </a:p>
        </p:txBody>
      </p:sp>
      <p:sp>
        <p:nvSpPr>
          <p:cNvPr id="485" name="Google Shape;485;p47"/>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p>
            <a:pPr marL="457200" lvl="0" indent="0" algn="ctr" rtl="0">
              <a:lnSpc>
                <a:spcPct val="90000"/>
              </a:lnSpc>
              <a:spcBef>
                <a:spcPts val="1000"/>
              </a:spcBef>
              <a:spcAft>
                <a:spcPts val="0"/>
              </a:spcAft>
              <a:buSzPts val="2400"/>
              <a:buNone/>
            </a:pPr>
            <a:r>
              <a:rPr lang="en-US"/>
              <a:t>Music Festival Funding, voting next week via Groupme poll</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g15e3577ae9f_7_1"/>
          <p:cNvSpPr txBox="1">
            <a:spLocks noGrp="1"/>
          </p:cNvSpPr>
          <p:nvPr>
            <p:ph type="ctrTitle"/>
          </p:nvPr>
        </p:nvSpPr>
        <p:spPr>
          <a:xfrm>
            <a:off x="1524000" y="693738"/>
            <a:ext cx="9144000" cy="2387700"/>
          </a:xfrm>
          <a:prstGeom prst="rect">
            <a:avLst/>
          </a:prstGeom>
        </p:spPr>
        <p:txBody>
          <a:bodyPr spcFirstLastPara="1" wrap="square" lIns="91425" tIns="45700" rIns="91425" bIns="45700" anchor="b" anchorCtr="0">
            <a:normAutofit/>
          </a:bodyPr>
          <a:lstStyle/>
          <a:p>
            <a:pPr marL="0" lvl="0" indent="0" algn="ctr" rtl="0">
              <a:spcBef>
                <a:spcPts val="0"/>
              </a:spcBef>
              <a:spcAft>
                <a:spcPts val="0"/>
              </a:spcAft>
              <a:buNone/>
            </a:pPr>
            <a:r>
              <a:rPr lang="en-US"/>
              <a:t>PINS </a:t>
            </a:r>
            <a:endParaRPr/>
          </a:p>
        </p:txBody>
      </p:sp>
      <p:sp>
        <p:nvSpPr>
          <p:cNvPr id="492" name="Google Shape;492;g15e3577ae9f_7_1"/>
          <p:cNvSpPr txBox="1">
            <a:spLocks noGrp="1"/>
          </p:cNvSpPr>
          <p:nvPr>
            <p:ph type="subTitle" idx="1"/>
          </p:nvPr>
        </p:nvSpPr>
        <p:spPr>
          <a:xfrm>
            <a:off x="1524000" y="3433263"/>
            <a:ext cx="9144000" cy="1655700"/>
          </a:xfrm>
          <a:prstGeom prst="rect">
            <a:avLst/>
          </a:prstGeom>
        </p:spPr>
        <p:txBody>
          <a:bodyPr spcFirstLastPara="1" wrap="square" lIns="91425" tIns="45700" rIns="91425" bIns="45700" anchor="t" anchorCtr="0">
            <a:normAutofit/>
          </a:bodyPr>
          <a:lstStyle/>
          <a:p>
            <a:pPr marL="457200" lvl="0" indent="-381000" algn="ctr" rtl="0">
              <a:spcBef>
                <a:spcPts val="1000"/>
              </a:spcBef>
              <a:spcAft>
                <a:spcPts val="0"/>
              </a:spcAft>
              <a:buSzPts val="2400"/>
              <a:buChar char="-"/>
            </a:pPr>
            <a:r>
              <a:rPr lang="en-US"/>
              <a:t>thank you Tate!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46"/>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Old Business</a:t>
            </a:r>
            <a:endParaRPr/>
          </a:p>
        </p:txBody>
      </p:sp>
      <p:sp>
        <p:nvSpPr>
          <p:cNvPr id="499" name="Google Shape;499;p46"/>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p>
            <a:pPr marL="457200" lvl="0" indent="0" algn="ctr" rtl="0">
              <a:lnSpc>
                <a:spcPct val="90000"/>
              </a:lnSpc>
              <a:spcBef>
                <a:spcPts val="1000"/>
              </a:spcBef>
              <a:spcAft>
                <a:spcPts val="0"/>
              </a:spcAft>
              <a:buSzPts val="2400"/>
              <a:buNone/>
            </a:pP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48"/>
          <p:cNvSpPr txBox="1">
            <a:spLocks noGrp="1"/>
          </p:cNvSpPr>
          <p:nvPr>
            <p:ph type="ctrTitle"/>
          </p:nvPr>
        </p:nvSpPr>
        <p:spPr>
          <a:xfrm>
            <a:off x="1524000" y="693738"/>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a:t>Open Forum</a:t>
            </a:r>
            <a:endParaRPr/>
          </a:p>
        </p:txBody>
      </p:sp>
      <p:sp>
        <p:nvSpPr>
          <p:cNvPr id="506" name="Google Shape;506;p48"/>
          <p:cNvSpPr txBox="1">
            <a:spLocks noGrp="1"/>
          </p:cNvSpPr>
          <p:nvPr>
            <p:ph type="subTitle" idx="1"/>
          </p:nvPr>
        </p:nvSpPr>
        <p:spPr>
          <a:xfrm>
            <a:off x="1524000" y="3173413"/>
            <a:ext cx="9144000" cy="16557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1000"/>
              </a:spcBef>
              <a:spcAft>
                <a:spcPts val="0"/>
              </a:spcAft>
              <a:buSzPts val="2400"/>
              <a:buNone/>
            </a:pPr>
            <a:r>
              <a:rPr lang="en-US"/>
              <a:t>All the fun stuff: </a:t>
            </a:r>
            <a:endParaRPr/>
          </a:p>
          <a:p>
            <a:pPr marL="0" lvl="0" indent="0" algn="ctr" rtl="0">
              <a:lnSpc>
                <a:spcPct val="90000"/>
              </a:lnSpc>
              <a:spcBef>
                <a:spcPts val="1000"/>
              </a:spcBef>
              <a:spcAft>
                <a:spcPts val="0"/>
              </a:spcAft>
              <a:buSzPts val="2400"/>
              <a:buNone/>
            </a:pPr>
            <a:r>
              <a:rPr lang="en-US"/>
              <a:t>goals</a:t>
            </a:r>
            <a:endParaRPr/>
          </a:p>
        </p:txBody>
      </p:sp>
    </p:spTree>
  </p:cSld>
  <p:clrMapOvr>
    <a:masterClrMapping/>
  </p:clrMapOvr>
</p:sld>
</file>

<file path=ppt/theme/theme1.xml><?xml version="1.0" encoding="utf-8"?>
<a:theme xmlns:a="http://schemas.openxmlformats.org/drawingml/2006/main" name="Embedded Diamonds">
  <a:themeElements>
    <a:clrScheme name="Furman">
      <a:dk1>
        <a:srgbClr val="43296D"/>
      </a:dk1>
      <a:lt1>
        <a:srgbClr val="FFFFFF"/>
      </a:lt1>
      <a:dk2>
        <a:srgbClr val="43296D"/>
      </a:dk2>
      <a:lt2>
        <a:srgbClr val="FFFFFF"/>
      </a:lt2>
      <a:accent1>
        <a:srgbClr val="9ED5E0"/>
      </a:accent1>
      <a:accent2>
        <a:srgbClr val="4C4D4C"/>
      </a:accent2>
      <a:accent3>
        <a:srgbClr val="FFFEFE"/>
      </a:accent3>
      <a:accent4>
        <a:srgbClr val="FFFEFE"/>
      </a:accent4>
      <a:accent5>
        <a:srgbClr val="FFFEFE"/>
      </a:accent5>
      <a:accent6>
        <a:srgbClr val="FFFEFE"/>
      </a:accent6>
      <a:hlink>
        <a:srgbClr val="FFFEFE"/>
      </a:hlink>
      <a:folHlink>
        <a:srgbClr val="FFFE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Embedded Diamonds">
  <a:themeElements>
    <a:clrScheme name="Furman">
      <a:dk1>
        <a:srgbClr val="43296D"/>
      </a:dk1>
      <a:lt1>
        <a:srgbClr val="FFFFFF"/>
      </a:lt1>
      <a:dk2>
        <a:srgbClr val="43296D"/>
      </a:dk2>
      <a:lt2>
        <a:srgbClr val="FFFFFF"/>
      </a:lt2>
      <a:accent1>
        <a:srgbClr val="9ED5E0"/>
      </a:accent1>
      <a:accent2>
        <a:srgbClr val="4C4D4C"/>
      </a:accent2>
      <a:accent3>
        <a:srgbClr val="FFFEFE"/>
      </a:accent3>
      <a:accent4>
        <a:srgbClr val="FFFEFE"/>
      </a:accent4>
      <a:accent5>
        <a:srgbClr val="FFFEFE"/>
      </a:accent5>
      <a:accent6>
        <a:srgbClr val="FFFEFE"/>
      </a:accent6>
      <a:hlink>
        <a:srgbClr val="FFFEFE"/>
      </a:hlink>
      <a:folHlink>
        <a:srgbClr val="FFFE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1395</Words>
  <Application>Microsoft Macintosh PowerPoint</Application>
  <PresentationFormat>Widescreen</PresentationFormat>
  <Paragraphs>234</Paragraphs>
  <Slides>50</Slides>
  <Notes>50</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50</vt:i4>
      </vt:variant>
    </vt:vector>
  </HeadingPairs>
  <TitlesOfParts>
    <vt:vector size="63" baseType="lpstr">
      <vt:lpstr>Century Schoolbook</vt:lpstr>
      <vt:lpstr>Comic Sans MS</vt:lpstr>
      <vt:lpstr>Arial</vt:lpstr>
      <vt:lpstr>Times New Roman</vt:lpstr>
      <vt:lpstr>Merriweather</vt:lpstr>
      <vt:lpstr>Calibri</vt:lpstr>
      <vt:lpstr>Libre Franklin Medium</vt:lpstr>
      <vt:lpstr>Libre Franklin</vt:lpstr>
      <vt:lpstr>Roboto</vt:lpstr>
      <vt:lpstr>Bodoni Moda</vt:lpstr>
      <vt:lpstr>Lobster</vt:lpstr>
      <vt:lpstr>Embedded Diamonds</vt:lpstr>
      <vt:lpstr>Embedded Diamonds</vt:lpstr>
      <vt:lpstr>Welcome to SGA!</vt:lpstr>
      <vt:lpstr>Agenda</vt:lpstr>
      <vt:lpstr>Guest Speaker</vt:lpstr>
      <vt:lpstr>Leslie Hoffmann</vt:lpstr>
      <vt:lpstr>SGA AT A FINANCIAL GLANCE</vt:lpstr>
      <vt:lpstr>Exec Reports</vt:lpstr>
      <vt:lpstr>Dean Cassidy</vt:lpstr>
      <vt:lpstr>Meredith Ervin </vt:lpstr>
      <vt:lpstr>Yaseen Echekki </vt:lpstr>
      <vt:lpstr>Andrew Cooter </vt:lpstr>
      <vt:lpstr>Carly Gillis </vt:lpstr>
      <vt:lpstr>Lydia McCarty </vt:lpstr>
      <vt:lpstr>Tatyana Gonzalez </vt:lpstr>
      <vt:lpstr>Representative Reports</vt:lpstr>
      <vt:lpstr>Sydney Beraho </vt:lpstr>
      <vt:lpstr>Leah Manning </vt:lpstr>
      <vt:lpstr>Alex Murray </vt:lpstr>
      <vt:lpstr>Kelsey Sumter </vt:lpstr>
      <vt:lpstr>Mary Boucher </vt:lpstr>
      <vt:lpstr>Adara Briceno </vt:lpstr>
      <vt:lpstr>Deen Deovic</vt:lpstr>
      <vt:lpstr>Jennifer Woollery </vt:lpstr>
      <vt:lpstr>Caroline Cousar </vt:lpstr>
      <vt:lpstr>Tate Denham </vt:lpstr>
      <vt:lpstr>Kobby Frempong </vt:lpstr>
      <vt:lpstr>Mariam Nguyen </vt:lpstr>
      <vt:lpstr>Libby Adams </vt:lpstr>
      <vt:lpstr>Caroline Orr</vt:lpstr>
      <vt:lpstr>Danyal Sharif</vt:lpstr>
      <vt:lpstr>Curtis Wilson </vt:lpstr>
      <vt:lpstr>At- Large Reports</vt:lpstr>
      <vt:lpstr>                        Grayson Taylor </vt:lpstr>
      <vt:lpstr>RLC- Jeff McLane </vt:lpstr>
      <vt:lpstr>Religious Council  - Ruthie Richarson </vt:lpstr>
      <vt:lpstr>Campus Rec - Eva Brooks </vt:lpstr>
      <vt:lpstr>PowerPoint Presentation</vt:lpstr>
      <vt:lpstr>PowerPoint Presentation</vt:lpstr>
      <vt:lpstr>Abijah Leamon </vt:lpstr>
      <vt:lpstr>Panhel - Katherine Murphy </vt:lpstr>
      <vt:lpstr>ROTC- Luke Stewart </vt:lpstr>
      <vt:lpstr>FUOC- Adrian Gonzalez</vt:lpstr>
      <vt:lpstr>Paladin – Colin Brake </vt:lpstr>
      <vt:lpstr>Committee Reports</vt:lpstr>
      <vt:lpstr>PR </vt:lpstr>
      <vt:lpstr>Finance</vt:lpstr>
      <vt:lpstr>Parking</vt:lpstr>
      <vt:lpstr>New Business</vt:lpstr>
      <vt:lpstr>PINS </vt:lpstr>
      <vt:lpstr>Old Business</vt:lpstr>
      <vt:lpstr>Open Forum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SGA!</dc:title>
  <dc:creator>Kaylee Welgraven</dc:creator>
  <cp:lastModifiedBy>Carly Gillis2-Student</cp:lastModifiedBy>
  <cp:revision>1</cp:revision>
  <dcterms:created xsi:type="dcterms:W3CDTF">2017-10-16T12:38:22Z</dcterms:created>
  <dcterms:modified xsi:type="dcterms:W3CDTF">2024-09-23T13:41:10Z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0x01010064D2884E5B56A24E8EB547943B5579B3</vt:lpwstr>
  </property>
</Properties>
</file>